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16f31f0d3e4bb5" /><Relationship Type="http://schemas.openxmlformats.org/officeDocument/2006/relationships/extended-properties" Target="/docProps/app.xml" Id="Rdaf8a761ea4f4de0" /><Relationship Type="http://schemas.openxmlformats.org/officeDocument/2006/relationships/officeDocument" Target="/ppt/presentation.xml" Id="R1dfd98356f234e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05780229064089"/>
  </p:sldMasterIdLst>
  <p:notesMasterIdLst>
    <p:notesMasterId xmlns:r="http://schemas.openxmlformats.org/officeDocument/2006/relationships" r:id="R251331d58e174881"/>
  </p:notesMasterIdLst>
  <p:sldIdLst>
    <p:sldId xmlns:r="http://schemas.openxmlformats.org/officeDocument/2006/relationships" id="256" r:id="Rc0a8917844634b37"/>
    <p:sldId xmlns:r="http://schemas.openxmlformats.org/officeDocument/2006/relationships" id="257" r:id="R663889dab66847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7b3cf7b7184a7a" /><Relationship Type="http://schemas.openxmlformats.org/officeDocument/2006/relationships/slideMaster" Target="/ppt/slideMasters/slideMaster1.xml" Id="R7e05780229064089" /><Relationship Type="http://schemas.openxmlformats.org/officeDocument/2006/relationships/notesMaster" Target="/ppt/notesMasters/notesMaster1.xml" Id="R251331d58e174881" /><Relationship Type="http://schemas.openxmlformats.org/officeDocument/2006/relationships/presProps" Target="/ppt/presProps.xml" Id="R9c5c650440964227" /><Relationship Type="http://schemas.openxmlformats.org/officeDocument/2006/relationships/tableStyles" Target="/ppt/tableStyles.xml" Id="R95e308acf7254e6b" /><Relationship Type="http://schemas.openxmlformats.org/officeDocument/2006/relationships/slide" Target="/ppt/slides/slide1.xml" Id="Rc0a8917844634b37" /><Relationship Type="http://schemas.openxmlformats.org/officeDocument/2006/relationships/slide" Target="/ppt/slides/slide2.xml" Id="R663889dab66847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97d9307ffa4b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e5243fa9eb43fd" /><Relationship Type="http://schemas.openxmlformats.org/officeDocument/2006/relationships/notesMaster" Target="/ppt/notesMasters/notesMaster1.xml" Id="Rd6bec9ed0f164e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481f0ffb9a43b0" /><Relationship Type="http://schemas.openxmlformats.org/officeDocument/2006/relationships/notesMaster" Target="/ppt/notesMasters/notesMaster1.xml" Id="R7d81f86e04e34d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Action: operator enters part information on the web; TM-X supplies values and image; the system stores each result immediately.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Power BI is refreshed daily, so the dashboard is a daily summary rather than a live measurement feed. The source deck describes Good/Fail counts by package size and part number and a yield trend.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c6c3549a0848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4798ef32874eb6" /><Relationship Type="http://schemas.openxmlformats.org/officeDocument/2006/relationships/slideLayout" Target="/ppt/slideLayouts/slideLayout1.xml" Id="Rfd5aff8bb8a245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5aff8bb8a245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3e76236064f53" /><Relationship Type="http://schemas.openxmlformats.org/officeDocument/2006/relationships/image" Target="/ppt/media/image.png" Id="Raca2339993ad43f7" /><Relationship Type="http://schemas.openxmlformats.org/officeDocument/2006/relationships/notesSlide" Target="/ppt/notesSlides/notesSlide1.xml" Id="R10e47940ca8343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e4a23d585243f8" /><Relationship Type="http://schemas.openxmlformats.org/officeDocument/2006/relationships/image" Target="/ppt/media/image2.png" Id="Rf8dbe15f7d414ece" /><Relationship Type="http://schemas.openxmlformats.org/officeDocument/2006/relationships/notesSlide" Target="/ppt/notesSlides/notesSlide2.xml" Id="R4bbe8bc9ab1c41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0EA6BA-99C5-43BD-80F5-CC4E016B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152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4BFFD0-9DE2-4AAF-8E57-9E7DB72A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9600"/>
            <a:ext cx="7239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4D076E-0966-47F0-AE64-F472292A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47700"/>
            <a:ext cx="690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1818"/>
                </a:solidFill>
                <a:latin typeface="Aptos"/>
                <a:ea typeface="Aptos"/>
                <a:cs typeface="Aptos"/>
              </a:rPr>
              <a:t>Automate Data Capture and Storage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a2339993ad43f7"/>
          <a:stretch xmlns:a="http://schemas.openxmlformats.org/drawingml/2006/main"/>
        </p:blipFill>
        <p:spPr>
          <a:xfrm xmlns:a="http://schemas.openxmlformats.org/drawingml/2006/main">
            <a:off x="10191750" y="411229"/>
            <a:ext cx="1695450" cy="47294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7B4BD0-1D38-4F21-B019-82B8C22C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7975"/>
            <a:ext cx="121920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6A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B78BF-CE2B-424D-8BAF-09A20ACB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B64B25-3EC9-4F19-A2C0-C307533A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Web</a:t>
            </a:r>
          </a:p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Application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C3C8E1-6344-49B4-9E1A-13787D51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The operator enters part details and starts a run on the web.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7DB926-4AEF-4378-BD52-945F9847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C4E86D-600C-4CE0-9F8D-D65BDFC5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TM-X Measurement</a:t>
            </a:r>
          </a:p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AF9829-99FA-45A1-B1AE-4462EEFB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3380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The system directs TM-X to measure each part and receives the values.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1E15FA-7CAF-43F3-B236-9C04DBC5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74E013-1546-4159-97AA-C48721E7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Result Decision</a:t>
            </a:r>
          </a:p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&amp; Auto Save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4582F9-7617-4E87-9411-687B8B66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3380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The system decides OK/NG and automatically saves each result and its part details in the database.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CC0FEE-109C-406F-8C8B-FFB4EB6D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47900"/>
            <a:ext cx="14288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6AB3D1-0E76-43A6-97F7-E0745D4D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47900"/>
            <a:ext cx="14288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ADABF5-290E-482F-B34F-8D43CFA9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75A2E7-1C42-45B5-84FD-CB6C5B77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Each measured part has a complete record.</a:t>
            </a:r>
          </a:p>
        </p:txBody>
      </p:sp>
    </p:spTree>
    <p:extLst>
      <p:ext uri="{BB962C8B-B14F-4D97-AF65-F5344CB8AC3E}">
        <p14:creationId xmlns:p14="http://schemas.microsoft.com/office/powerpoint/2010/main" val="8889875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EB7557-883F-4939-81DB-B2EB7AD2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152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AB55E8-DE25-41A0-9B8C-E783ACED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9600"/>
            <a:ext cx="7239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8059FC-1046-4EEB-BB26-C5BF018A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47700"/>
            <a:ext cx="690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1818"/>
                </a:solidFill>
                <a:latin typeface="Aptos"/>
                <a:ea typeface="Aptos"/>
                <a:cs typeface="Aptos"/>
              </a:rPr>
              <a:t>Standardize and Centralize Data Access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dbe15f7d414ece"/>
          <a:stretch xmlns:a="http://schemas.openxmlformats.org/drawingml/2006/main"/>
        </p:blipFill>
        <p:spPr>
          <a:xfrm xmlns:a="http://schemas.openxmlformats.org/drawingml/2006/main">
            <a:off x="10191750" y="411229"/>
            <a:ext cx="1695450" cy="47294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893B33-3799-4DA3-9AEF-5463DF3A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7975"/>
            <a:ext cx="121920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6A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39A812-78F7-4FB6-B5A3-6661624F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3F9CA8-72F3-4640-AE26-4FF27452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Database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201862-BDC9-477D-B586-08D77052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Part details and measurements stay linked in one relational database.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FC60D8-6A5C-4842-A227-71A97CA2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26E24A-F2A7-40D6-B74B-43380F86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E954BC-5E70-4E6A-AD3D-320BE7F6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8615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The dashboard summarizes data for all parts, refreshes daily, and is accessible anytime via a link.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85CC9C-632B-4126-B96C-577647D9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47900"/>
            <a:ext cx="14288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82765E-9F07-41AC-BCC3-F86AA795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F62E04-DCC3-4EF3-B325-5C5B3C6D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One daily view of results for production and quality teams.</a:t>
            </a:r>
          </a:p>
        </p:txBody>
      </p:sp>
    </p:spTree>
    <p:extLst>
      <p:ext uri="{BB962C8B-B14F-4D97-AF65-F5344CB8AC3E}">
        <p14:creationId xmlns:p14="http://schemas.microsoft.com/office/powerpoint/2010/main" val="15539801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2026-09-29T07:56:48.1360000Z</dcterms:created>
  <dcterms:modified xsi:type="dcterms:W3CDTF">2026-09-29T07:56:48.1360000Z</dcterms:modified>
</coreProperties>
</file>