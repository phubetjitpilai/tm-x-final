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77af790774ad2" /><Relationship Type="http://schemas.openxmlformats.org/officeDocument/2006/relationships/extended-properties" Target="/docProps/app.xml" Id="R881d8c52ae1a4ea7" /><Relationship Type="http://schemas.openxmlformats.org/officeDocument/2006/relationships/officeDocument" Target="/ppt/presentation.xml" Id="R2d907fa0596f42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18b9470e141bf"/>
  </p:sldMasterIdLst>
  <p:notesMasterIdLst>
    <p:notesMasterId xmlns:r="http://schemas.openxmlformats.org/officeDocument/2006/relationships" r:id="Rb82f31a74ad548d7"/>
  </p:notesMasterIdLst>
  <p:sldIdLst>
    <p:sldId xmlns:r="http://schemas.openxmlformats.org/officeDocument/2006/relationships" id="256" r:id="R6ac843cd86a44dee"/>
    <p:sldId xmlns:r="http://schemas.openxmlformats.org/officeDocument/2006/relationships" id="257" r:id="R0e095b16be4644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228f0bb92446c" /><Relationship Type="http://schemas.openxmlformats.org/officeDocument/2006/relationships/slideMaster" Target="/ppt/slideMasters/slideMaster1.xml" Id="R18c18b9470e141bf" /><Relationship Type="http://schemas.openxmlformats.org/officeDocument/2006/relationships/notesMaster" Target="/ppt/notesMasters/notesMaster1.xml" Id="Rb82f31a74ad548d7" /><Relationship Type="http://schemas.openxmlformats.org/officeDocument/2006/relationships/presProps" Target="/ppt/presProps.xml" Id="R89c84b9386ce4f61" /><Relationship Type="http://schemas.openxmlformats.org/officeDocument/2006/relationships/tableStyles" Target="/ppt/tableStyles.xml" Id="R3449ec405ff8406d" /><Relationship Type="http://schemas.openxmlformats.org/officeDocument/2006/relationships/slide" Target="/ppt/slides/slide1.xml" Id="R6ac843cd86a44dee" /><Relationship Type="http://schemas.openxmlformats.org/officeDocument/2006/relationships/slide" Target="/ppt/slides/slide2.xml" Id="R0e095b16be46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877145275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a4a97435644dc" /><Relationship Type="http://schemas.openxmlformats.org/officeDocument/2006/relationships/notesMaster" Target="/ppt/notesMasters/notesMaster1.xml" Id="R3db7b49b467b4f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209defd59245f1" /><Relationship Type="http://schemas.openxmlformats.org/officeDocument/2006/relationships/notesMaster" Target="/ppt/notesMasters/notesMaster1.xml" Id="R550c0ac1937846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f452f4fb94b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02f26712f7414f" /><Relationship Type="http://schemas.openxmlformats.org/officeDocument/2006/relationships/slideLayout" Target="/ppt/slideLayouts/slideLayout1.xml" Id="R4576e768492f4a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76e768492f4a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b5e9e02ac40a9" /><Relationship Type="http://schemas.openxmlformats.org/officeDocument/2006/relationships/image" Target="/ppt/media/image.png" Id="R2421a451dcd04798" /><Relationship Type="http://schemas.openxmlformats.org/officeDocument/2006/relationships/notesSlide" Target="/ppt/notesSlides/notesSlide1.xml" Id="R2d5ea96c05a941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7bc134ca945d0" /><Relationship Type="http://schemas.openxmlformats.org/officeDocument/2006/relationships/image" Target="/ppt/media/image2.png" Id="Rc5b43be7e3614b5c" /><Relationship Type="http://schemas.openxmlformats.org/officeDocument/2006/relationships/notesSlide" Target="/ppt/notesSlides/notesSlide2.xml" Id="Rd07599bfe1fd4d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33C5C-EEA2-4EC8-BDA7-D41190DF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1A603-AC11-4F09-BDC5-9029176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70FF8-0986-4D96-8891-6418DD2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Measurement and Data Recording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1a451dcd04798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34910-48C5-4E05-BA4C-8D7C3237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5AE23-AF62-40F3-9474-6675C34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C7909-651B-4741-A23A-9C1BC662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104BE-1811-452D-AD16-1DB7610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AAA5B-BEE1-4478-9114-9BB88783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B0000-26A3-492B-810E-5B5EB899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976BC-17E0-4F5C-9BF8-41E47BE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D2D84-AA8A-42E9-90CA-9FF6507A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Part entry 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BEEB5-FEC8-4527-A5FA-EC66C8F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EEF31-6F81-47E8-802E-E252F13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F0D82-FE5C-4B7E-A3DE-55103B05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579C3-EF2F-40DA-BC9F-41C2D9F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109E4-11A8-404F-8F97-01FA392A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7B04C-4DD2-4192-8388-6F49EA0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7A4C4-8EE7-4AE2-AC46-93CB191C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TM-X measuring the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8EDA1-DB4E-4395-9304-B332D98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27793-3565-4190-88A8-412306A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CB817-E95B-441A-9CF1-816F649C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B31A6-05DE-46D9-879F-F016E70A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DC823-B23D-4017-9374-03EA879A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63F61-6752-4ED6-8492-05F0AE31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CB4344-2321-4579-87EE-CE9739A3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OK / NG result 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630A6-384D-4873-89EB-D858282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EE0BD-41F8-4434-84F6-A800855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16527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21BC43-720D-4DE4-AA39-D180975A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1731C-FE00-40B6-AB83-822A7EFB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505E-D4A7-42BB-AF02-34694D3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43be7e3614b5c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9F7F5-1965-4AB8-B2B4-FDAD2605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19A2E-EF47-42E3-B73E-81AFF2B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4FEF7-E457-4171-A09E-EC028411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96F93-EDB7-48DB-88B1-328EB017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0EC37-3172-411D-9F0E-D1F4FBF2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DFCB1-7FBB-4631-B9BA-EC35B786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17A9F-CD0D-41B3-AE83-18CAC67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data for all parts, refreshes daily, and is instantly accessible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6A88E-E789-4300-B4FB-0ABA5E2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A8F51-11C6-41A5-A971-CF6AF2DC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81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4ADBF-DB14-48B0-A6A9-8BD5B6B3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93606-9E49-47B7-B9B3-2B0ECA43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PART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E199F-7F5E-46D6-8FC9-49F17D5A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1666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ALPL  ·  Package size</a:t>
            </a:r>
          </a:p>
          <a:p xmlns:a="http://schemas.openxmlformats.org/drawingml/2006/main">
            <a:pPr>
              <a:defRPr sz="12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Handler  ·  Operator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793D8-763D-447D-B408-94002413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577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3B41A-39F7-4C4B-BDEC-CBB55956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1981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C45EA-8F15-4693-BF85-399A5128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0F97D-CEB2-4FFA-98A2-78319AC0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86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BF2A1-243C-40D5-B1C3-1BA22DC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95850"/>
            <a:ext cx="1666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Value X/Y  ·  OK/NG</a:t>
            </a:r>
          </a:p>
          <a:p xmlns:a="http://schemas.openxmlformats.org/drawingml/2006/main">
            <a:pPr>
              <a:defRPr sz="12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Date  ·  Result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C7A5A-6780-4F67-855C-15B1BAF2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62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00E0F-2BEB-42C7-B2F2-C3676E09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A972F-8290-4E41-89AD-9D7F33A5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2437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 SCREENSHOT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4807B-9B25-4768-98F2-6C3937F9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62525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Daily results  ·  OK/NG summary  ·  Trends</a:t>
            </a:r>
          </a:p>
        </p:txBody>
      </p:sp>
    </p:spTree>
    <p:extLst>
      <p:ext uri="{BB962C8B-B14F-4D97-AF65-F5344CB8AC3E}">
        <p14:creationId xmlns:p14="http://schemas.microsoft.com/office/powerpoint/2010/main" val="814009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2026-09-29T14:57:38.2090000Z</dcterms:created>
  <dcterms:modified xsi:type="dcterms:W3CDTF">2026-09-29T14:57:38.2090000Z</dcterms:modified>
</coreProperties>
</file>