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e02397c744eb1" /><Relationship Type="http://schemas.openxmlformats.org/officeDocument/2006/relationships/extended-properties" Target="/docProps/app.xml" Id="Rf49cf7c9fc73435c" /><Relationship Type="http://schemas.openxmlformats.org/officeDocument/2006/relationships/officeDocument" Target="/ppt/presentation.xml" Id="R873710419a5f49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6094ffa02d4d61"/>
  </p:sldMasterIdLst>
  <p:notesMasterIdLst>
    <p:notesMasterId xmlns:r="http://schemas.openxmlformats.org/officeDocument/2006/relationships" r:id="R9b5b6773a189469f"/>
  </p:notesMasterIdLst>
  <p:sldIdLst>
    <p:sldId xmlns:r="http://schemas.openxmlformats.org/officeDocument/2006/relationships" id="256" r:id="R1118881a859f4d19"/>
    <p:sldId xmlns:r="http://schemas.openxmlformats.org/officeDocument/2006/relationships" id="257" r:id="Rf3405482c085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7192e6e64d4be3" /><Relationship Type="http://schemas.openxmlformats.org/officeDocument/2006/relationships/slideMaster" Target="/ppt/slideMasters/slideMaster1.xml" Id="R7f6094ffa02d4d61" /><Relationship Type="http://schemas.openxmlformats.org/officeDocument/2006/relationships/notesMaster" Target="/ppt/notesMasters/notesMaster1.xml" Id="R9b5b6773a189469f" /><Relationship Type="http://schemas.openxmlformats.org/officeDocument/2006/relationships/presProps" Target="/ppt/presProps.xml" Id="Red0114636dd64442" /><Relationship Type="http://schemas.openxmlformats.org/officeDocument/2006/relationships/tableStyles" Target="/ppt/tableStyles.xml" Id="R43ba7a80383448d2" /><Relationship Type="http://schemas.openxmlformats.org/officeDocument/2006/relationships/slide" Target="/ppt/slides/slide1.xml" Id="R1118881a859f4d19" /><Relationship Type="http://schemas.openxmlformats.org/officeDocument/2006/relationships/slide" Target="/ppt/slides/slide2.xml" Id="Rf3405482c085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a7150f940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40ae0c5eb24f5c" /><Relationship Type="http://schemas.openxmlformats.org/officeDocument/2006/relationships/notesMaster" Target="/ppt/notesMasters/notesMaster1.xml" Id="Rde0b76c6cbb2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2f0445e6c84376" /><Relationship Type="http://schemas.openxmlformats.org/officeDocument/2006/relationships/notesMaster" Target="/ppt/notesMasters/notesMaster1.xml" Id="R1320f90da298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supplied deck: slide 33 says readings and images are kept together; slides 36–37 describe automatic receiving, validation, and storage; slide 42 includes measurement time and operator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supplied deck: slide 34 describes centrally maintained specifications, controlled corrections, and history; slide 35 describes export; slides 40–41 describe shared filtered and summarized data. Access should be limited to authorized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0a125267448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f1fcd139a4f44" /><Relationship Type="http://schemas.openxmlformats.org/officeDocument/2006/relationships/slideLayout" Target="/ppt/slideLayouts/slideLayout1.xml" Id="Re55d53bc5080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d53bc5080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fe05179454ad6" /><Relationship Type="http://schemas.openxmlformats.org/officeDocument/2006/relationships/image" Target="/ppt/media/image.png" Id="R5f99a45ef71e4971" /><Relationship Type="http://schemas.openxmlformats.org/officeDocument/2006/relationships/notesSlide" Target="/ppt/notesSlides/notesSlide1.xml" Id="R00521ccfb4ca46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33cb71e84a18" /><Relationship Type="http://schemas.openxmlformats.org/officeDocument/2006/relationships/image" Target="/ppt/media/image2.png" Id="R7e0692503f6041c2" /><Relationship Type="http://schemas.openxmlformats.org/officeDocument/2006/relationships/notesSlide" Target="/ppt/notesSlides/notesSlide2.xml" Id="R609c95e0f93e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14D2D-B68B-4235-9E4C-20F6FD66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D7FAA-B416-475C-80EA-F59A7C7C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56479-C8C6-4334-9ED1-C556170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01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9a45ef71e4971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CA05E-41AC-434C-81D9-8ACA946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049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Automate Data Capture and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BB1B-05D8-4412-9AB6-1DFB43E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1"/>
                </a:solidFill>
                <a:latin typeface="Arial"/>
                <a:ea typeface="Arial"/>
                <a:cs typeface="Arial"/>
              </a:rPr>
              <a:t>Record each ALPL measurement directly as the machine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57C5-5479-459C-B349-17638D7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43664-CDEF-41E4-974D-1281DE20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352800" cy="25622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FBE8DC"/>
          </a:solidFill>
          <a:ln xmlns:a="http://schemas.openxmlformats.org/drawingml/2006/main" w="9525">
            <a:solidFill>
              <a:srgbClr val="C8D0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06E88-F650-4A7D-9815-4E752BA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4D001-7BD7-4463-BF70-B023875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F7DB9-BFBD-4C8B-B070-4D53EBC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B94D2-3342-427C-ADF8-EB25A744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895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TM-X produces a measurement and camera image for each part.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F2316-CD4C-4FCB-AA4E-F796AED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3352800" cy="25622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8D0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3CC9A-A444-4B3A-BA73-A91B6ABE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C2F5A-BF7B-41EB-82A8-EF0890CA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F1E83-9D57-4B63-88A6-6979999C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384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FCFEF-28E8-4674-9673-257F43D5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24200"/>
            <a:ext cx="2895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The system links the reading and image to the correct part and checks the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D287A-0119-4CD5-99B0-AC4C8F5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352800" cy="25622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8D0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EE9F6-FF02-4341-AC75-5688736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C7834-92DD-4C82-A321-97CA17A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E615F-E434-4E04-BC80-6B34569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06F65-5E8C-4E89-944D-8B259CA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895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The database keeps the value, result, image, time, and operator together.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F9C1D-2A55-4532-A05C-DC049CA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AD521-7603-4440-933D-97B137D6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What this removes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55B90-E58E-4C18-B80E-303A998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Manual copying into separate Excel 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9A3F8-7558-4F19-99F8-9B563A8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00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What this enables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0C1BE-14F2-4D93-AE07-737F7B7C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816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Each result can be reviewed with its original image</a:t>
            </a:r>
          </a:p>
        </p:txBody>
      </p:sp>
    </p:spTree>
    <p:extLst>
      <p:ext uri="{BB962C8B-B14F-4D97-AF65-F5344CB8AC3E}">
        <p14:creationId xmlns:p14="http://schemas.microsoft.com/office/powerpoint/2010/main" val="1341718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FC7FF-B001-4B4C-81DD-D83AF1A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FCB78-062C-433D-BE3A-D1340D8C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7A74-3C2C-4D6D-8739-7C9FE81A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692503f6041c2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68604-8B0C-40B1-AFDE-1F86F91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049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Standardize and Centralize Data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4F94D-1C94-43D7-A4E7-FA828591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1"/>
                </a:solidFill>
                <a:latin typeface="Arial"/>
                <a:ea typeface="Arial"/>
                <a:cs typeface="Arial"/>
              </a:rPr>
              <a:t>Keep one consistent set of ALPL specifications and measurement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F65C0-94DD-435C-95A3-C2DFAE7E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0A3F-3E28-4B3E-AB2A-5C2F4167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5143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BE8DC"/>
          </a:solidFill>
          <a:ln xmlns:a="http://schemas.openxmlformats.org/drawingml/2006/main" w="9525">
            <a:solidFill>
              <a:srgbClr val="C8D0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D38B0-21D9-44DA-AAB0-5954F4CF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FD998-ACF3-41BE-B71D-FC39F1D1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Standardize the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8600C-1277-45A2-B733-CA24C349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629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Use consistent fields and naming across ALPL and part sizes.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Maintain specifications in one place, with changes recorded.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93B5-3873-40CC-BA35-7E17889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5143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8D0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8EE00-D2E4-4103-B8BD-45CF4446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05B4B-29B6-40EC-9CF8-97B5D21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records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A38C2-959C-4E2D-AAF5-036A54D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3250"/>
            <a:ext cx="4572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Authorized users can search results from different work areas.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Filter, review, and export the same current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B73E3-06FA-4D80-A6C4-D3D179A1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7B84C-5AA8-4F5D-8D15-5AA4B64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042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Operators, planners, and quality teams work from the same up-to-date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9856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2026-09-28T17:54:28.6410000Z</dcterms:created>
  <dcterms:modified xsi:type="dcterms:W3CDTF">2026-09-28T17:54:28.6410000Z</dcterms:modified>
</coreProperties>
</file>