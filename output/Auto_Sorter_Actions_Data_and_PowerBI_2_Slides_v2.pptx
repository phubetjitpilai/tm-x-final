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54350372d2439c" /><Relationship Type="http://schemas.openxmlformats.org/officeDocument/2006/relationships/extended-properties" Target="/docProps/app.xml" Id="Rf3c84993f1704fea" /><Relationship Type="http://schemas.openxmlformats.org/officeDocument/2006/relationships/officeDocument" Target="/ppt/presentation.xml" Id="R6b31dbcb0125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9486b4cacc4e81"/>
  </p:sldMasterIdLst>
  <p:notesMasterIdLst>
    <p:notesMasterId xmlns:r="http://schemas.openxmlformats.org/officeDocument/2006/relationships" r:id="R6b6932c0e6034c5d"/>
  </p:notesMasterIdLst>
  <p:sldIdLst>
    <p:sldId xmlns:r="http://schemas.openxmlformats.org/officeDocument/2006/relationships" id="256" r:id="R117c539767d645a4"/>
    <p:sldId xmlns:r="http://schemas.openxmlformats.org/officeDocument/2006/relationships" id="257" r:id="R3cc86268f25d41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e99ed2173e4e0b" /><Relationship Type="http://schemas.openxmlformats.org/officeDocument/2006/relationships/slideMaster" Target="/ppt/slideMasters/slideMaster1.xml" Id="Raa9486b4cacc4e81" /><Relationship Type="http://schemas.openxmlformats.org/officeDocument/2006/relationships/notesMaster" Target="/ppt/notesMasters/notesMaster1.xml" Id="R6b6932c0e6034c5d" /><Relationship Type="http://schemas.openxmlformats.org/officeDocument/2006/relationships/presProps" Target="/ppt/presProps.xml" Id="R89467bcc0e5a4a99" /><Relationship Type="http://schemas.openxmlformats.org/officeDocument/2006/relationships/tableStyles" Target="/ppt/tableStyles.xml" Id="Rfc1d60aab08e4a53" /><Relationship Type="http://schemas.openxmlformats.org/officeDocument/2006/relationships/slide" Target="/ppt/slides/slide1.xml" Id="R117c539767d645a4" /><Relationship Type="http://schemas.openxmlformats.org/officeDocument/2006/relationships/slide" Target="/ppt/slides/slide2.xml" Id="R3cc86268f25d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180f4234944d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c1d713f83e4fab" /><Relationship Type="http://schemas.openxmlformats.org/officeDocument/2006/relationships/notesMaster" Target="/ppt/notesMasters/notesMaster1.xml" Id="Rb0a3aa03400849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a9e1f5afd429f" /><Relationship Type="http://schemas.openxmlformats.org/officeDocument/2006/relationships/notesMaster" Target="/ppt/notesMasters/notesMaster1.xml" Id="Rd84d8b55ed6c46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b46f920ad4e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f3b21ee2f74703" /><Relationship Type="http://schemas.openxmlformats.org/officeDocument/2006/relationships/slideLayout" Target="/ppt/slideLayouts/slideLayout1.xml" Id="Rdb91d131a58749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91d131a58749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39268a2de4734" /><Relationship Type="http://schemas.openxmlformats.org/officeDocument/2006/relationships/image" Target="/ppt/media/image.png" Id="R0a9fd615e5e14493" /><Relationship Type="http://schemas.openxmlformats.org/officeDocument/2006/relationships/notesSlide" Target="/ppt/notesSlides/notesSlide1.xml" Id="Rb412a2d96f3747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a54c5b2084c9e" /><Relationship Type="http://schemas.openxmlformats.org/officeDocument/2006/relationships/image" Target="/ppt/media/image2.png" Id="Rf7258dfd06404fb9" /><Relationship Type="http://schemas.openxmlformats.org/officeDocument/2006/relationships/notesSlide" Target="/ppt/notesSlides/notesSlide2.xml" Id="R7d91097d88e942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798E7-7BBE-4DA9-8C3A-DE2431BB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05BDA-D460-47C6-83FA-E6FF9D73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5CF65-6DB8-40D5-AD64-828DF982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fd615e5e14493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1D5C2-9B5C-4373-AC4B-67B4C185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1B02C-D510-404E-BCD3-46457FEF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2CC90-6454-4AE1-8936-1E1DA086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D39B5-BD40-4E59-8485-C4372418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0426E-E60A-413E-A2C9-5EFF8500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F9C3C-BAE3-48EB-AD8B-84083681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Measurement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89E78-6695-4BDF-8BE1-9B27D1C7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74695-AF35-4B5B-BD82-F1AA0DCA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0FFB4-FAEE-4828-8CFD-5E77D65F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Evaluation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Database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6AF28-2B93-4273-B4CF-C973F0EC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saves each result to the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589C6-93A8-4426-9799-7D6542E5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B6D3E-0C7E-4FFA-BE7B-B5E25E4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9C786-9317-4615-BD88-A0922915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49486-1DBB-4B06-B1E3-0785989F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221944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E95A1-E8BD-4464-9E9F-52DD9E48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56237-47A5-4736-8B85-BDF7596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2BBC5-12FC-4CAB-9253-8AA2BC0E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58dfd06404fb9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61B9B-9095-4FA8-9618-031688B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A750A-2D46-4AA4-8F86-7AF001E8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BFBB5-7D78-4314-889E-3C79DD3A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Connect the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AB669-062A-420C-A5B4-CAEF6DDC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0E47E-0DFE-46B4-B722-7B3EC1E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22E93-C784-4B73-B2E6-9A543AF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Update Power BI daily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A32B7-A2BD-437C-BAB0-EDF77CAF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quality summary refreshes from the database each day.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F5865-FCB9-44B8-B421-CFDCCD84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CC358-1A1A-4A1A-803B-7D33FDDE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See the quality picture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20884-6051-43D2-A698-5CD78872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Teams see Good/Fail counts by part and package size, plus yield trends.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56E37-A720-45F4-BC04-0FED3DD2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9DC1C-B15E-475E-8F69-F56CE4D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544F7-386F-4B8B-A066-107F9D0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48E67-8B95-4AF3-BF21-087C6306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653130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2026-09-29T07:21:42.9120000Z</dcterms:created>
  <dcterms:modified xsi:type="dcterms:W3CDTF">2026-09-29T07:21:42.9120000Z</dcterms:modified>
</coreProperties>
</file>