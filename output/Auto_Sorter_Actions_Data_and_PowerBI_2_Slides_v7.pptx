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5d889714374636" /><Relationship Type="http://schemas.openxmlformats.org/officeDocument/2006/relationships/extended-properties" Target="/docProps/app.xml" Id="R41bead96acbc43ea" /><Relationship Type="http://schemas.openxmlformats.org/officeDocument/2006/relationships/officeDocument" Target="/ppt/presentation.xml" Id="Ra0011bb38f074a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649f0edf904b02"/>
  </p:sldMasterIdLst>
  <p:notesMasterIdLst>
    <p:notesMasterId xmlns:r="http://schemas.openxmlformats.org/officeDocument/2006/relationships" r:id="R3d0d332f59a147d5"/>
  </p:notesMasterIdLst>
  <p:sldIdLst>
    <p:sldId xmlns:r="http://schemas.openxmlformats.org/officeDocument/2006/relationships" id="256" r:id="R1bb02c892d344bc9"/>
    <p:sldId xmlns:r="http://schemas.openxmlformats.org/officeDocument/2006/relationships" id="257" r:id="R959207447f5c48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302921e9bf4c20" /><Relationship Type="http://schemas.openxmlformats.org/officeDocument/2006/relationships/slideMaster" Target="/ppt/slideMasters/slideMaster1.xml" Id="R9b649f0edf904b02" /><Relationship Type="http://schemas.openxmlformats.org/officeDocument/2006/relationships/notesMaster" Target="/ppt/notesMasters/notesMaster1.xml" Id="R3d0d332f59a147d5" /><Relationship Type="http://schemas.openxmlformats.org/officeDocument/2006/relationships/presProps" Target="/ppt/presProps.xml" Id="Rf25f01054d7d476e" /><Relationship Type="http://schemas.openxmlformats.org/officeDocument/2006/relationships/tableStyles" Target="/ppt/tableStyles.xml" Id="Rf24ff63d2b29440a" /><Relationship Type="http://schemas.openxmlformats.org/officeDocument/2006/relationships/slide" Target="/ppt/slides/slide1.xml" Id="R1bb02c892d344bc9" /><Relationship Type="http://schemas.openxmlformats.org/officeDocument/2006/relationships/slide" Target="/ppt/slides/slide2.xml" Id="R959207447f5c48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6a679380f046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ebe9895cf414d" /><Relationship Type="http://schemas.openxmlformats.org/officeDocument/2006/relationships/notesMaster" Target="/ppt/notesMasters/notesMaster1.xml" Id="Rd1df1d12463e44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f4de903f484fa0" /><Relationship Type="http://schemas.openxmlformats.org/officeDocument/2006/relationships/notesMaster" Target="/ppt/notesMasters/notesMaster1.xml" Id="R2f7a2a6041a74a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b1710de994c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82d147c8a94e72" /><Relationship Type="http://schemas.openxmlformats.org/officeDocument/2006/relationships/slideLayout" Target="/ppt/slideLayouts/slideLayout1.xml" Id="Rc1bfc9d3a3f54b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bfc9d3a3f54b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adaaaeba4400d" /><Relationship Type="http://schemas.openxmlformats.org/officeDocument/2006/relationships/image" Target="/ppt/media/image.png" Id="Rd42931f578e344ae" /><Relationship Type="http://schemas.openxmlformats.org/officeDocument/2006/relationships/notesSlide" Target="/ppt/notesSlides/notesSlide1.xml" Id="Ree2250ebdf7b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1bff62d644277" /><Relationship Type="http://schemas.openxmlformats.org/officeDocument/2006/relationships/image" Target="/ppt/media/image2.png" Id="Rfe42a5f7ce8c4975" /><Relationship Type="http://schemas.openxmlformats.org/officeDocument/2006/relationships/notesSlide" Target="/ppt/notesSlides/notesSlide2.xml" Id="R51953c1c42dd49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2B216-840B-4D46-BD50-052FEB18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4265D-C81A-415A-B49B-9DF77FA8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33BA8-E781-4676-9A92-E86F4F9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931f578e344ae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89C27-91AB-4BFC-99A2-9FC93D35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AA1AA-4BF2-4065-9800-40D3D49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CDE67-09FC-4FEA-96E9-2922A20E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66048-7BE5-473C-AFB8-8093A7E6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48CD1-076E-4618-8F7B-50912D53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C53B2-1A8C-4FD9-ADA8-B36696EB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7C734-64B2-49C8-8699-A14F29C2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FA056-EA53-455C-9400-6C6E979F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05A7C-4966-4941-BB95-0A49598E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A85F5-6862-405F-AAF7-DF118DAE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FF978-FAD7-4DEA-BE89-8E0CCF5E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CEE05-F1CF-4CDE-8EBF-7A3F87C5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76753-D6AA-444B-87B0-6C9D4F3E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A7248-4D71-43C9-A1CD-F2BA99C4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54536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93C3D-1450-4F5A-921E-77EC420D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7750D-9854-44B0-834F-DE3769E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6D0CB-EDD3-4ADB-90D6-598CAE17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2a5f7ce8c4975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C8549-ADD8-4507-867F-77380362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CD6E4-90CC-457A-BEBD-64E17E54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15344-5519-4D2F-A142-41DF8441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46202-A0D5-4F5B-A6C4-E6F995A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98F7B-EFAA-440D-8D5D-02F4B1CD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761CB-9B4F-4DB6-B4E0-58633BD5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EB3E7-7222-4D64-B3E1-7617E327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all part data, refreshes daily, and can be accessed instantly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BA781-282C-40DE-89E0-AA7EDDCB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AA8F1-E977-458C-9EEE-20D4A821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6FF7C-F638-4B28-9B2C-0ED09F6F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27554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2026-09-29T07:56:02.2250000Z</dcterms:created>
  <dcterms:modified xsi:type="dcterms:W3CDTF">2026-09-29T07:56:02.2250000Z</dcterms:modified>
</coreProperties>
</file>