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61b3dee36b474a" /><Relationship Type="http://schemas.openxmlformats.org/officeDocument/2006/relationships/extended-properties" Target="/docProps/app.xml" Id="R9203ff3a05a54f5e" /><Relationship Type="http://schemas.openxmlformats.org/officeDocument/2006/relationships/officeDocument" Target="/ppt/presentation.xml" Id="R8afe89cde90f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9221e40c6487b"/>
  </p:sldMasterIdLst>
  <p:notesMasterIdLst>
    <p:notesMasterId xmlns:r="http://schemas.openxmlformats.org/officeDocument/2006/relationships" r:id="R863034bb6fd548b5"/>
  </p:notesMasterIdLst>
  <p:sldIdLst>
    <p:sldId xmlns:r="http://schemas.openxmlformats.org/officeDocument/2006/relationships" id="256" r:id="R83b70962ebf0435f"/>
    <p:sldId xmlns:r="http://schemas.openxmlformats.org/officeDocument/2006/relationships" id="257" r:id="Rfc53f6fbb7f046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395246ee440a3" /><Relationship Type="http://schemas.openxmlformats.org/officeDocument/2006/relationships/slideMaster" Target="/ppt/slideMasters/slideMaster1.xml" Id="Rcc39221e40c6487b" /><Relationship Type="http://schemas.openxmlformats.org/officeDocument/2006/relationships/notesMaster" Target="/ppt/notesMasters/notesMaster1.xml" Id="R863034bb6fd548b5" /><Relationship Type="http://schemas.openxmlformats.org/officeDocument/2006/relationships/presProps" Target="/ppt/presProps.xml" Id="Rb72474b949994568" /><Relationship Type="http://schemas.openxmlformats.org/officeDocument/2006/relationships/tableStyles" Target="/ppt/tableStyles.xml" Id="R41de0ce57e1f447d" /><Relationship Type="http://schemas.openxmlformats.org/officeDocument/2006/relationships/slide" Target="/ppt/slides/slide1.xml" Id="R83b70962ebf0435f" /><Relationship Type="http://schemas.openxmlformats.org/officeDocument/2006/relationships/slide" Target="/ppt/slides/slide2.xml" Id="Rfc53f6fbb7f046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2a683d8a64a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33f90726a4c11" /><Relationship Type="http://schemas.openxmlformats.org/officeDocument/2006/relationships/notesMaster" Target="/ppt/notesMasters/notesMaster1.xml" Id="R03a6702521364f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c3849431b14f34" /><Relationship Type="http://schemas.openxmlformats.org/officeDocument/2006/relationships/notesMaster" Target="/ppt/notesMasters/notesMaster1.xml" Id="R3a230d05608841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48198a502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d05e12e78e492e" /><Relationship Type="http://schemas.openxmlformats.org/officeDocument/2006/relationships/slideLayout" Target="/ppt/slideLayouts/slideLayout1.xml" Id="Re1ebbd9b78c94d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ebbd9b78c94d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d3538e0b84918" /><Relationship Type="http://schemas.openxmlformats.org/officeDocument/2006/relationships/image" Target="/ppt/media/image.png" Id="R1698d2b109ce45f9" /><Relationship Type="http://schemas.openxmlformats.org/officeDocument/2006/relationships/notesSlide" Target="/ppt/notesSlides/notesSlide1.xml" Id="R6bfe1600c9844b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5183ca12049c0" /><Relationship Type="http://schemas.openxmlformats.org/officeDocument/2006/relationships/image" Target="/ppt/media/image2.png" Id="Readd966c714847cf" /><Relationship Type="http://schemas.openxmlformats.org/officeDocument/2006/relationships/notesSlide" Target="/ppt/notesSlides/notesSlide2.xml" Id="Rbb85eaca4edd41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80685-EF6E-4D58-A340-918CDA18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36615-8CF2-448A-A6C9-5D9CD800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6EFE3-5FA7-4149-8E71-52A93303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Measurement and Data Recording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8d2b109ce45f9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C16BD-8EEF-4F9C-945B-BBD10352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75A3A-6826-4BAF-B1F0-391F3582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90AA8-2D12-4F05-895C-E3953DF9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8878A-3CF4-4725-8376-4D1B5EB6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BEC4E-0828-4C14-9D7C-2D28B9F1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54DE9-1DBD-422A-B06B-04D4C6E5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4AF02-8F71-418D-B455-AE744D2A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ADF57-4921-418D-8364-5EFF2696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Part entry 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85D5B-0146-41AD-8B72-04943370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AB4ED-E0EC-4286-B18D-8F23FC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A7FC6-154C-4C9A-AE56-BBED24DD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A3C1F-012D-4C70-999C-97BC4B6B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0F91C-487B-4D55-9312-4C9E1D5D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1A6C0-C7CB-4E00-A8D2-C256A74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9D3DE-BD92-410B-9BD0-7DD459D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TM-X measuring the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DB06A-D436-43A4-88A4-DEEDF6BF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997F7-BD89-4F86-AAC8-6001039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DF827-3938-447A-A029-25FFD1B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64E96-E8A8-4B97-99A4-D60B27AE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5A2E8-A58C-4A1D-85EA-0E95B51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15BE1-1B4E-4939-9A8A-218FB97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31BD4-7240-4356-BCA8-091B7D63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OK / NG result 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D498F-3519-499C-99FB-A2CA9AEA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125D0-4724-4FDD-8093-08507EB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67031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4828F-4C26-45F7-A613-4E50C141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9B76D-98AE-4391-8F9A-CDD163FE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02455-51FF-433C-9C64-3495A8F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d966c714847cf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56762-64EB-4E18-BDDA-BCD9564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23BBD-F7A7-400D-964E-F9054735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E6BE2-A936-4FE9-8446-EF9433EE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8B676-F47B-4A1B-A214-283B692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10649-76EA-4FA5-B97C-246CF02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0CD08-4194-4471-8509-B098393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E2C6-3B4D-4403-95C0-DFC3E09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data for all parts, refreshes daily, and is instantly accessible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67B32-C567-40FE-8DAF-6AEF313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14EBD-9BE0-47F9-9B28-23C509BE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1967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04781-B876-44AE-81A7-B6C9DF0D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53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73550-21BC-4382-89DC-5966328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81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4464A-FD89-4013-8B77-67FD72D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290A6-668A-489F-9A74-0D7A939F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PART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B1523-79DE-4408-90E8-D8548FDD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8632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67774-04DE-4483-93C9-C2679FDD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1647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ALPL Number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CABE1-ED15-4849-9254-07B89E49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Package Size</a:t>
            </a:r>
          </a:p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Handler  ·  Operator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9FDAB-5A42-4A01-B347-91AE55F9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981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7C381-156D-49AB-B3AD-85CE775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41990-A493-4E44-8611-09F40D6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MEASUREMENTS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55D66-962F-4767-9D6F-A98B18F4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8632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7C205-53A5-437F-BAE1-AF8192EF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1647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ALPL Number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2D1B7-46C4-43D5-84FA-9D576E0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482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Value X/Y  ·  OK/NG</a:t>
            </a:r>
          </a:p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Date  ·  Result 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E3C4A0-F84A-490C-918E-90661B7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5227C-3BEB-4C51-80A6-1C1ADE5B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7A6C6-9E67-4E3E-B3C2-F92B61AB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2437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 SCREENSHOT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77FB7-D53F-4F56-91FB-1C3F03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25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Daily results  ·  OK/NG summary  ·  Trends</a:t>
            </a:r>
          </a:p>
        </p:txBody>
      </p:sp>
    </p:spTree>
    <p:extLst>
      <p:ext uri="{BB962C8B-B14F-4D97-AF65-F5344CB8AC3E}">
        <p14:creationId xmlns:p14="http://schemas.microsoft.com/office/powerpoint/2010/main" val="1376391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2026-09-29T15:12:33.8490000Z</dcterms:created>
  <dcterms:modified xsi:type="dcterms:W3CDTF">2026-09-29T15:12:33.8490000Z</dcterms:modified>
</coreProperties>
</file>