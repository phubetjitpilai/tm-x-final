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d5fad71964a67" /><Relationship Type="http://schemas.openxmlformats.org/officeDocument/2006/relationships/extended-properties" Target="/docProps/app.xml" Id="Rb1f89a9400fc422b" /><Relationship Type="http://schemas.openxmlformats.org/officeDocument/2006/relationships/officeDocument" Target="/ppt/presentation.xml" Id="R517d4c9cc4254c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c50d88cd994383"/>
  </p:sldMasterIdLst>
  <p:notesMasterIdLst>
    <p:notesMasterId xmlns:r="http://schemas.openxmlformats.org/officeDocument/2006/relationships" r:id="Ra9d928463f4d4f86"/>
  </p:notesMasterIdLst>
  <p:sldIdLst>
    <p:sldId xmlns:r="http://schemas.openxmlformats.org/officeDocument/2006/relationships" id="256" r:id="Rc541afd593924a68"/>
    <p:sldId xmlns:r="http://schemas.openxmlformats.org/officeDocument/2006/relationships" id="257" r:id="Rd008065f015240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b97f4474a0444a" /><Relationship Type="http://schemas.openxmlformats.org/officeDocument/2006/relationships/slideMaster" Target="/ppt/slideMasters/slideMaster1.xml" Id="Rf5c50d88cd994383" /><Relationship Type="http://schemas.openxmlformats.org/officeDocument/2006/relationships/notesMaster" Target="/ppt/notesMasters/notesMaster1.xml" Id="Ra9d928463f4d4f86" /><Relationship Type="http://schemas.openxmlformats.org/officeDocument/2006/relationships/presProps" Target="/ppt/presProps.xml" Id="Rb455470339d14421" /><Relationship Type="http://schemas.openxmlformats.org/officeDocument/2006/relationships/tableStyles" Target="/ppt/tableStyles.xml" Id="Rec5cc61da62343fb" /><Relationship Type="http://schemas.openxmlformats.org/officeDocument/2006/relationships/slide" Target="/ppt/slides/slide1.xml" Id="Rc541afd593924a68" /><Relationship Type="http://schemas.openxmlformats.org/officeDocument/2006/relationships/slide" Target="/ppt/slides/slide2.xml" Id="Rd008065f0152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f9f098b8a847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6ab8ae1ec46d4" /><Relationship Type="http://schemas.openxmlformats.org/officeDocument/2006/relationships/notesMaster" Target="/ppt/notesMasters/notesMaster1.xml" Id="R982a79db2ed04c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43b9dd1c9b42ce" /><Relationship Type="http://schemas.openxmlformats.org/officeDocument/2006/relationships/notesMaster" Target="/ppt/notesMasters/notesMaster1.xml" Id="Re303c426199e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1eef5ae25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c9f5620ff942dd" /><Relationship Type="http://schemas.openxmlformats.org/officeDocument/2006/relationships/slideLayout" Target="/ppt/slideLayouts/slideLayout1.xml" Id="R2df9609ce42b42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9609ce42b42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de8d85394287" /><Relationship Type="http://schemas.openxmlformats.org/officeDocument/2006/relationships/image" Target="/ppt/media/image.png" Id="Rb932ba68200245a5" /><Relationship Type="http://schemas.openxmlformats.org/officeDocument/2006/relationships/notesSlide" Target="/ppt/notesSlides/notesSlide1.xml" Id="R024978ee528a42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edd77a79040c7" /><Relationship Type="http://schemas.openxmlformats.org/officeDocument/2006/relationships/image" Target="/ppt/media/image2.png" Id="R34b719107b3b4ac4" /><Relationship Type="http://schemas.openxmlformats.org/officeDocument/2006/relationships/notesSlide" Target="/ppt/notesSlides/notesSlide2.xml" Id="R2c9a5d16ffbb4d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34C0C-32BD-4FBB-A122-36C38FFA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E8038-8F67-4965-9E90-0282527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69981-8FB2-49FA-856B-0D2F2B0B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Measurement and Data Recording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2ba68200245a5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1D92D-1419-4B22-B31E-B8171317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B41C0-E116-4499-B962-93F5C16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7BB22-92A6-4C57-ABF9-8FE129B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F3760-40ED-4DCB-96B9-19D297A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100E8-F9CA-4C97-A870-5E2DC31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AD8D7-C4DB-4B74-8891-75DA7498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25CF9-72C1-480D-873B-610AE589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EB57A-B00A-417E-BD21-7EAA5EBD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Part entry 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32479-EA1A-4268-AF80-31D335B8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1E49C-37CD-4A45-B4B2-A673239B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D5A47-9C86-4037-8D5C-996A6192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4DB5C-63B0-48AB-964D-7DF4DBB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BF09E-540A-402A-9794-1ACF588E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A4ABB-0F7E-431A-9972-868C114B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A574A-0A6C-4D87-95B7-5E9E9EBB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TM-X measuring the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BEC6F-110C-461B-9A53-B33FC455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93B13-2270-4C05-B057-31C6E674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84BFC-12B4-4754-A3B3-38B51D64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6A012-9F5F-4F33-9D08-4ABFDB36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51169-02E5-4AF5-860D-40BBF3AD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4FCCF-E33E-431F-83EA-176621B3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DDCCF-AD25-4B45-B941-EFF9E1D8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OK / NG result 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04F7A-605D-4683-B825-E982A1F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EC480-E87D-4DF9-B04B-2CF0CF99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15610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FDEDB-F56E-4049-8E65-48098D1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EDDFD-C01C-4836-9F72-83257776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EDB52-0007-4D8E-9AE9-CCA3EDC6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719107b3b4ac4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EEDEF-AF4A-47C4-96EC-20E329AC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439F4-4759-4214-8CC8-525EDEB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CEC65-8087-4EAB-9084-03D487F4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2B0EA-3774-4CEB-A000-1355D702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26020-BBE6-45E8-958A-91127FF1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8A9BF-7DC9-4556-82E6-3589E2B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13953-506A-4715-9BB9-0C66E03A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data for all parts, refreshes daily, and is instantly accessible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CA141-8FD8-4B1A-B748-FF52DAB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34F31-2DED-4348-9661-76985D9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8F305-B014-4A48-8B72-421738B3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748836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2026-09-29T08:25:38.5820000Z</dcterms:created>
  <dcterms:modified xsi:type="dcterms:W3CDTF">2026-09-29T08:25:38.5820000Z</dcterms:modified>
</coreProperties>
</file>