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3ab191b87545c0" /><Relationship Type="http://schemas.openxmlformats.org/officeDocument/2006/relationships/extended-properties" Target="/docProps/app.xml" Id="R0e12c0258d664364" /><Relationship Type="http://schemas.openxmlformats.org/officeDocument/2006/relationships/officeDocument" Target="/ppt/presentation.xml" Id="R98e17354b2244f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0e70dc2f8944b9"/>
  </p:sldMasterIdLst>
  <p:notesMasterIdLst>
    <p:notesMasterId xmlns:r="http://schemas.openxmlformats.org/officeDocument/2006/relationships" r:id="R6ac26eaede4344e2"/>
  </p:notesMasterIdLst>
  <p:sldIdLst>
    <p:sldId xmlns:r="http://schemas.openxmlformats.org/officeDocument/2006/relationships" id="256" r:id="R57145eba6a9d43a2"/>
    <p:sldId xmlns:r="http://schemas.openxmlformats.org/officeDocument/2006/relationships" id="257" r:id="R274af7a9028740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d7808e7754732" /><Relationship Type="http://schemas.openxmlformats.org/officeDocument/2006/relationships/slideMaster" Target="/ppt/slideMasters/slideMaster1.xml" Id="Rbb0e70dc2f8944b9" /><Relationship Type="http://schemas.openxmlformats.org/officeDocument/2006/relationships/notesMaster" Target="/ppt/notesMasters/notesMaster1.xml" Id="R6ac26eaede4344e2" /><Relationship Type="http://schemas.openxmlformats.org/officeDocument/2006/relationships/presProps" Target="/ppt/presProps.xml" Id="Rca0be7cab656499a" /><Relationship Type="http://schemas.openxmlformats.org/officeDocument/2006/relationships/tableStyles" Target="/ppt/tableStyles.xml" Id="Ra7d6352af4c54756" /><Relationship Type="http://schemas.openxmlformats.org/officeDocument/2006/relationships/slide" Target="/ppt/slides/slide1.xml" Id="R57145eba6a9d43a2" /><Relationship Type="http://schemas.openxmlformats.org/officeDocument/2006/relationships/slide" Target="/ppt/slides/slide2.xml" Id="R274af7a9028740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848881ab5942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ada2a87f684d04" /><Relationship Type="http://schemas.openxmlformats.org/officeDocument/2006/relationships/notesMaster" Target="/ppt/notesMasters/notesMaster1.xml" Id="Rdbdffd58f11b46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3e46f819cc47e8" /><Relationship Type="http://schemas.openxmlformats.org/officeDocument/2006/relationships/notesMaster" Target="/ppt/notesMasters/notesMaster1.xml" Id="R719a76049b4845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Action: operator enters part information on the web; TM-X supplies values and image; the system stores each result immediately.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Power BI is refreshed daily, so the dashboard is a daily summary rather than a live measurement feed. The source deck describes Good/Fail counts by package size and part number and a yield trend.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82a62999c46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6b1cc67e6a4917" /><Relationship Type="http://schemas.openxmlformats.org/officeDocument/2006/relationships/slideLayout" Target="/ppt/slideLayouts/slideLayout1.xml" Id="Rc9bfbc74dbd541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bfbc74dbd541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f43cb4b14f42e5" /><Relationship Type="http://schemas.openxmlformats.org/officeDocument/2006/relationships/image" Target="/ppt/media/image.png" Id="R0fae32dfa6cc47ab" /><Relationship Type="http://schemas.openxmlformats.org/officeDocument/2006/relationships/notesSlide" Target="/ppt/notesSlides/notesSlide1.xml" Id="R3bd1dd37cb1c442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7655cab3e4ed0" /><Relationship Type="http://schemas.openxmlformats.org/officeDocument/2006/relationships/image" Target="/ppt/media/image2.png" Id="Rf2d574e0b89a4281" /><Relationship Type="http://schemas.openxmlformats.org/officeDocument/2006/relationships/notesSlide" Target="/ppt/notesSlides/notesSlide2.xml" Id="Rd47dca62169049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C78B9-8A1A-46F0-B501-DC6FB16A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0A1D2-C3F2-4CF6-B1E2-6731487B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679D98-150C-4137-BF09-C1A41A8DD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Automate Data Capture and Storage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e32dfa6cc47ab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454A4-00FA-4192-AD18-BB2771E5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9E9D42-C574-413A-B310-ED0274A7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D7346-31D0-4457-B404-42FC6B20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Web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3BACA7-4618-4CAE-A219-2253D4DD3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operator enters part details and starts a run on the web.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5451D-D01F-460A-856B-99AE9AF1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2A890-90BC-4446-838D-E0F3DD76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TM-X Measurement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48973-397C-4530-BB2F-A9438AAD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directs TM-X to measure each part and receives the values.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BDBC27-90E1-4982-AFEF-A5338B5D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F403A-B156-4817-ABB3-6C5371F7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Result Decision</a:t>
            </a:r>
          </a:p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&amp; Auto Save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127CB2-5058-44FA-86B6-23617F1E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system decides OK/NG and saves each result automatically in the database.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63AB9F-8423-4C66-9AFD-A9308081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05F9AB-3FE3-4D55-BDA1-FF0DB4EE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BA899-FD11-45B1-A8B5-828C77E6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5467CD-C7FA-45B9-A19F-D8B23B4E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Each measured part has a complete record.</a:t>
            </a:r>
          </a:p>
        </p:txBody>
      </p:sp>
    </p:spTree>
    <p:extLst>
      <p:ext uri="{BB962C8B-B14F-4D97-AF65-F5344CB8AC3E}">
        <p14:creationId xmlns:p14="http://schemas.microsoft.com/office/powerpoint/2010/main" val="15401605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E72A5-E856-4A43-8E38-9B3DCDB0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"/>
            <a:ext cx="1524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D661B-0689-4C56-BE11-8814A818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09600"/>
            <a:ext cx="7239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4D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624A69-FA74-4C50-B27D-9835DB0F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47700"/>
            <a:ext cx="690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8181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1818"/>
                </a:solidFill>
                <a:latin typeface="Aptos"/>
                <a:ea typeface="Aptos"/>
                <a:cs typeface="Aptos"/>
              </a:rPr>
              <a:t>Standardize and Centralize Data Access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d574e0b89a4281"/>
          <a:stretch xmlns:a="http://schemas.openxmlformats.org/drawingml/2006/main"/>
        </p:blipFill>
        <p:spPr>
          <a:xfrm xmlns:a="http://schemas.openxmlformats.org/drawingml/2006/main">
            <a:off x="10191750" y="411229"/>
            <a:ext cx="1695450" cy="472941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9708D-C06E-432D-9E7E-1F295005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57975"/>
            <a:ext cx="121920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66A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11384-0BAB-4104-A1B5-10C5736D7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25406-AF10-4389-B5AF-776C7A0F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Connect the records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8EEEF8-26D4-4EBB-8295-7BFD8779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Part details and measurements stay linked in one relational database.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483CDB-BF7D-4AA9-A4D5-2CCC3A67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565E4B-E6ED-4748-891C-39430385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Update Power BI daily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18C1A2-AB07-4874-B7B9-6184FC49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The quality summary refreshes from the database each day.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27023-5DB5-4A64-89C0-F2B4794E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809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C9571B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C9571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881E94-3492-4C04-A7A6-39B478FB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5750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See the quality picture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66E43D-343B-4E3B-B1EF-477D31874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86150"/>
            <a:ext cx="3048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F365C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F365C"/>
                </a:solidFill>
                <a:latin typeface="Aptos"/>
                <a:ea typeface="Aptos"/>
                <a:cs typeface="Aptos"/>
              </a:rPr>
              <a:t>Teams see Good/Fail counts by part and package size, plus yield trends.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A33113-3CAB-42D9-9E2B-19F27EAE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A55B1-100A-4E92-9EC8-8B0A92DF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47900"/>
            <a:ext cx="14288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B3C7FE-434D-46D8-BD4F-F4BB8DF8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10668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2D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30CD5-A507-44FB-9A66-2E3E632F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One daily view of results for production and quality teams.</a:t>
            </a:r>
          </a:p>
        </p:txBody>
      </p:sp>
    </p:spTree>
    <p:extLst>
      <p:ext uri="{BB962C8B-B14F-4D97-AF65-F5344CB8AC3E}">
        <p14:creationId xmlns:p14="http://schemas.microsoft.com/office/powerpoint/2010/main" val="89742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2026-09-29T07:29:48.9800000Z</dcterms:created>
  <dcterms:modified xsi:type="dcterms:W3CDTF">2026-09-29T07:29:48.9810000Z</dcterms:modified>
</coreProperties>
</file>