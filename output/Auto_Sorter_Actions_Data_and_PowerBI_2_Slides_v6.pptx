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4e37575c8b462e" /><Relationship Type="http://schemas.openxmlformats.org/officeDocument/2006/relationships/extended-properties" Target="/docProps/app.xml" Id="Rb9713946493c4638" /><Relationship Type="http://schemas.openxmlformats.org/officeDocument/2006/relationships/officeDocument" Target="/ppt/presentation.xml" Id="R3a216f89156941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f08db9ce004b84"/>
  </p:sldMasterIdLst>
  <p:notesMasterIdLst>
    <p:notesMasterId xmlns:r="http://schemas.openxmlformats.org/officeDocument/2006/relationships" r:id="Rb6352ef5125c4458"/>
  </p:notesMasterIdLst>
  <p:sldIdLst>
    <p:sldId xmlns:r="http://schemas.openxmlformats.org/officeDocument/2006/relationships" id="256" r:id="R5aa6fe05a59e4168"/>
    <p:sldId xmlns:r="http://schemas.openxmlformats.org/officeDocument/2006/relationships" id="257" r:id="Rc1362caa629d48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50d40afbc348ff" /><Relationship Type="http://schemas.openxmlformats.org/officeDocument/2006/relationships/slideMaster" Target="/ppt/slideMasters/slideMaster1.xml" Id="Rf3f08db9ce004b84" /><Relationship Type="http://schemas.openxmlformats.org/officeDocument/2006/relationships/notesMaster" Target="/ppt/notesMasters/notesMaster1.xml" Id="Rb6352ef5125c4458" /><Relationship Type="http://schemas.openxmlformats.org/officeDocument/2006/relationships/presProps" Target="/ppt/presProps.xml" Id="R238047516e514b42" /><Relationship Type="http://schemas.openxmlformats.org/officeDocument/2006/relationships/tableStyles" Target="/ppt/tableStyles.xml" Id="R025f4c5db96a405a" /><Relationship Type="http://schemas.openxmlformats.org/officeDocument/2006/relationships/slide" Target="/ppt/slides/slide1.xml" Id="R5aa6fe05a59e4168" /><Relationship Type="http://schemas.openxmlformats.org/officeDocument/2006/relationships/slide" Target="/ppt/slides/slide2.xml" Id="Rc1362caa629d48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308e6da0e448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9963a593194d38" /><Relationship Type="http://schemas.openxmlformats.org/officeDocument/2006/relationships/notesMaster" Target="/ppt/notesMasters/notesMaster1.xml" Id="Re85c7b43a38846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b43c6c483a4a3e" /><Relationship Type="http://schemas.openxmlformats.org/officeDocument/2006/relationships/notesMaster" Target="/ppt/notesMasters/notesMaster1.xml" Id="R06508356310b45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Action: operator enters part information on the web; TM-X supplies values and image; the system stores each result immediately.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 BI is refreshed daily, so the dashboard is a daily summary rather than a live measurement feed. The source deck describes Good/Fail counts by package size and part number and a yield trend.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d00f8a2b541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1d46f076e0475b" /><Relationship Type="http://schemas.openxmlformats.org/officeDocument/2006/relationships/slideLayout" Target="/ppt/slideLayouts/slideLayout1.xml" Id="R1b6df3b15adb4f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6df3b15adb4f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638f09f474743" /><Relationship Type="http://schemas.openxmlformats.org/officeDocument/2006/relationships/image" Target="/ppt/media/image.png" Id="R51a8f5fe12494101" /><Relationship Type="http://schemas.openxmlformats.org/officeDocument/2006/relationships/notesSlide" Target="/ppt/notesSlides/notesSlide1.xml" Id="Rc6c31235fcd747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19ac7e625454b" /><Relationship Type="http://schemas.openxmlformats.org/officeDocument/2006/relationships/image" Target="/ppt/media/image2.png" Id="R8111d8acd05a49b5" /><Relationship Type="http://schemas.openxmlformats.org/officeDocument/2006/relationships/notesSlide" Target="/ppt/notesSlides/notesSlide2.xml" Id="R420ad1031b854f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68B5D2-AF65-4ED3-A495-2F29F5B1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6BFF8-2185-44D5-A4F8-7B1BC91B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4E1AE-C765-4DDA-BDF8-9AFF9395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Automate Data Capture and Storage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8f5fe12494101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86597-3953-41E4-A45B-F02DE87F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30D82-0B9A-4346-9003-4B717363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74616-E304-47BA-826C-A23C1EC8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Web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B3D77-510C-4EEA-9215-BA66A4D0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operator enters part details and starts a run on the web.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20227-34A5-4A8D-B4E9-3404AF4A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617E9-8FDA-4A1A-9AAC-573A68B5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TM-X Measurement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77550-5243-4094-B06A-99E4694A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directs TM-X to measure each part and receives the values.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7C868-4993-46F2-8279-80B6376D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DE456-ECE5-4EE2-A181-41B23AE3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Result Decision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&amp; Auto Save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DB0D7-2034-4856-A115-8004C2D6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decides OK/NG and automatically saves each result and its part details in the database.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D881C-0E79-47C7-B5F8-DC594D32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0352E-1926-4F6A-80D2-95A54EBD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841B6-6496-4699-A3BA-2E1F6B32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77246-AC5E-4FF8-A808-095CC64A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Each measured part has a complete record.</a:t>
            </a:r>
          </a:p>
        </p:txBody>
      </p:sp>
    </p:spTree>
    <p:extLst>
      <p:ext uri="{BB962C8B-B14F-4D97-AF65-F5344CB8AC3E}">
        <p14:creationId xmlns:p14="http://schemas.microsoft.com/office/powerpoint/2010/main" val="781349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9A109-B5C4-4536-875D-A8B0B569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8F132-1F3D-4D60-8A5F-6D877A11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B13A1-6FED-4632-914F-840D31EB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Standardize and Centralize Data Access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1d8acd05a49b5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40D83-4156-4E67-B023-D363395D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46458-5DE9-4126-8FC2-058A20D0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27211-CA0F-4DFD-8F91-4801363B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9849B-FDF5-489C-983E-40C19810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Part details and measurements stay linked in one relational database.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032E0-DA52-42A2-84FA-8DCF172A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932EE-BDF7-415D-9CAF-C58E9CD7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27F1B-7985-4852-9DF8-B25041BE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dashboard summarizes measurement results, refreshes daily, and can be accessed instantly via a link.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397E9-6905-421E-B0D0-BF0D56D4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6406C-228A-4D8D-923A-B37B70B5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DA991-AE8B-447A-8DD5-3DEC962F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One daily view of results for production and quality teams.</a:t>
            </a:r>
          </a:p>
        </p:txBody>
      </p:sp>
    </p:spTree>
    <p:extLst>
      <p:ext uri="{BB962C8B-B14F-4D97-AF65-F5344CB8AC3E}">
        <p14:creationId xmlns:p14="http://schemas.microsoft.com/office/powerpoint/2010/main" val="860730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2026-09-29T07:54:11.3090000Z</dcterms:created>
  <dcterms:modified xsi:type="dcterms:W3CDTF">2026-09-29T07:54:11.3090000Z</dcterms:modified>
</coreProperties>
</file>