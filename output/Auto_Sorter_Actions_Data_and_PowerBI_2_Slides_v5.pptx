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8307f93cb94fb9" /><Relationship Type="http://schemas.openxmlformats.org/officeDocument/2006/relationships/extended-properties" Target="/docProps/app.xml" Id="Rf900db871d8940e7" /><Relationship Type="http://schemas.openxmlformats.org/officeDocument/2006/relationships/officeDocument" Target="/ppt/presentation.xml" Id="Ra2b8d77340f445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280bb9bd6a445f"/>
  </p:sldMasterIdLst>
  <p:notesMasterIdLst>
    <p:notesMasterId xmlns:r="http://schemas.openxmlformats.org/officeDocument/2006/relationships" r:id="Rd37447ebf49749dc"/>
  </p:notesMasterIdLst>
  <p:sldIdLst>
    <p:sldId xmlns:r="http://schemas.openxmlformats.org/officeDocument/2006/relationships" id="256" r:id="Rf96568fae56f46cc"/>
    <p:sldId xmlns:r="http://schemas.openxmlformats.org/officeDocument/2006/relationships" id="257" r:id="R666197396a294b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0a5a58ad0d4f06" /><Relationship Type="http://schemas.openxmlformats.org/officeDocument/2006/relationships/slideMaster" Target="/ppt/slideMasters/slideMaster1.xml" Id="Rbc280bb9bd6a445f" /><Relationship Type="http://schemas.openxmlformats.org/officeDocument/2006/relationships/notesMaster" Target="/ppt/notesMasters/notesMaster1.xml" Id="Rd37447ebf49749dc" /><Relationship Type="http://schemas.openxmlformats.org/officeDocument/2006/relationships/presProps" Target="/ppt/presProps.xml" Id="Rc0146f004278485e" /><Relationship Type="http://schemas.openxmlformats.org/officeDocument/2006/relationships/tableStyles" Target="/ppt/tableStyles.xml" Id="Rddbc894128294887" /><Relationship Type="http://schemas.openxmlformats.org/officeDocument/2006/relationships/slide" Target="/ppt/slides/slide1.xml" Id="Rf96568fae56f46cc" /><Relationship Type="http://schemas.openxmlformats.org/officeDocument/2006/relationships/slide" Target="/ppt/slides/slide2.xml" Id="R666197396a294b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1afd74f50c43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e249f0ac224d7d" /><Relationship Type="http://schemas.openxmlformats.org/officeDocument/2006/relationships/notesMaster" Target="/ppt/notesMasters/notesMaster1.xml" Id="R0e5ad1e9930549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cc27d99eaf471b" /><Relationship Type="http://schemas.openxmlformats.org/officeDocument/2006/relationships/notesMaster" Target="/ppt/notesMasters/notesMaster1.xml" Id="Rcfe1ff3a56d84a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Action: operator enters part information on the web; TM-X supplies values and image; the system stores each result immediately.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Power BI is refreshed daily, so the dashboard is a daily summary rather than a live measurement feed. The source deck describes Good/Fail counts by package size and part number and a yield trend.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741aba412446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f0819007bf4241" /><Relationship Type="http://schemas.openxmlformats.org/officeDocument/2006/relationships/slideLayout" Target="/ppt/slideLayouts/slideLayout1.xml" Id="Rfab8780e944040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b8780e944040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d73e917f4476d" /><Relationship Type="http://schemas.openxmlformats.org/officeDocument/2006/relationships/image" Target="/ppt/media/image.png" Id="Rdf2d5b1077704343" /><Relationship Type="http://schemas.openxmlformats.org/officeDocument/2006/relationships/notesSlide" Target="/ppt/notesSlides/notesSlide1.xml" Id="R44645f25a8c943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6a12e183741c6" /><Relationship Type="http://schemas.openxmlformats.org/officeDocument/2006/relationships/image" Target="/ppt/media/image2.png" Id="Rd7e04227782f471d" /><Relationship Type="http://schemas.openxmlformats.org/officeDocument/2006/relationships/notesSlide" Target="/ppt/notesSlides/notesSlide2.xml" Id="R809d5474070b4d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7A6601-218F-420B-B6F4-4E2842B1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52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9F4AF-AFB4-44FC-AD89-9AAB959F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9600"/>
            <a:ext cx="723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C1B46-7926-47A2-A4E0-7796CBD9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47700"/>
            <a:ext cx="690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1818"/>
                </a:solidFill>
                <a:latin typeface="Aptos"/>
                <a:ea typeface="Aptos"/>
                <a:cs typeface="Aptos"/>
              </a:rPr>
              <a:t>Automate Data Capture and Storage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2d5b1077704343"/>
          <a:stretch xmlns:a="http://schemas.openxmlformats.org/drawingml/2006/main"/>
        </p:blipFill>
        <p:spPr>
          <a:xfrm xmlns:a="http://schemas.openxmlformats.org/drawingml/2006/main">
            <a:off x="10191750" y="411229"/>
            <a:ext cx="1695450" cy="47294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E79F7A-6DC2-4E17-A0B5-25B956F3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7975"/>
            <a:ext cx="12192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3B663-CD53-4382-B0A2-E1F16176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9E717-A1D9-4A3A-AF79-070177F8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Web</a:t>
            </a:r>
          </a:p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9C1D02-421D-42A1-80DD-B73B6B19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operator enters part details and starts a run on the web.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60F001-3799-4C48-B370-CD97F531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814492-FC47-4898-BC2B-E4A5EEAA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TM-X Measurement</a:t>
            </a:r>
          </a:p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AB601-80D6-40DD-8791-2F7CF714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system directs TM-X to measure each part and receives the values.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76FD0D-01B6-401F-BD2F-83C5A787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E07EC7-EF38-4922-B78A-4631DC51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Result Decision</a:t>
            </a:r>
          </a:p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&amp; Auto Save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72B56-F4C9-4570-ADE8-1F297CBC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3380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system decides OK/NG and automatically saves each result and its part details in the database.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20FF13-01EF-445E-97B8-6511E4E7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14288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626244-AC87-42EB-B577-7CCE5A50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47900"/>
            <a:ext cx="14288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F86B66-9E7D-417C-B25C-D99FAC0D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2F283C-D64B-43DE-8891-149EC9F3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Each measured part has a complete record.</a:t>
            </a:r>
          </a:p>
        </p:txBody>
      </p:sp>
    </p:spTree>
    <p:extLst>
      <p:ext uri="{BB962C8B-B14F-4D97-AF65-F5344CB8AC3E}">
        <p14:creationId xmlns:p14="http://schemas.microsoft.com/office/powerpoint/2010/main" val="4633947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1F23A8-EABB-44E2-84E6-66A135F7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52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B1B6DA-3999-498E-826C-18E05BB7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9600"/>
            <a:ext cx="723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DB2765-9288-4F2E-86AA-0CF76799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47700"/>
            <a:ext cx="690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1818"/>
                </a:solidFill>
                <a:latin typeface="Aptos"/>
                <a:ea typeface="Aptos"/>
                <a:cs typeface="Aptos"/>
              </a:rPr>
              <a:t>Standardize and Centralize Data Access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04227782f471d"/>
          <a:stretch xmlns:a="http://schemas.openxmlformats.org/drawingml/2006/main"/>
        </p:blipFill>
        <p:spPr>
          <a:xfrm xmlns:a="http://schemas.openxmlformats.org/drawingml/2006/main">
            <a:off x="10191750" y="411229"/>
            <a:ext cx="1695450" cy="47294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ADB84-CE54-44AA-8D4C-A94DF372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7975"/>
            <a:ext cx="12192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50C3AC-F0C6-4473-8B96-1B7880E8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AA8E38-317B-467B-9EEF-65951618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33F7B-92E1-4043-B7C8-F7F58B3C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Part details and measurements stay linked in one relational database.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48DA0E-FF3A-4682-A1A0-74C25961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F59C4E-0D7E-4734-98C2-06873976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63B6BB-3507-4004-862E-00120C79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8615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quality summary refreshes from the database each day.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FD0833-D5E5-482E-A511-FD6FA82D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14288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CB018C-CF6A-4134-85D1-158B2E59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EF4109-AB87-4BAF-A5FF-C2343D4A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One daily view of results for production and quality teams.</a:t>
            </a:r>
          </a:p>
        </p:txBody>
      </p:sp>
    </p:spTree>
    <p:extLst>
      <p:ext uri="{BB962C8B-B14F-4D97-AF65-F5344CB8AC3E}">
        <p14:creationId xmlns:p14="http://schemas.microsoft.com/office/powerpoint/2010/main" val="19138011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2026-09-29T07:45:20.8700000Z</dcterms:created>
  <dcterms:modified xsi:type="dcterms:W3CDTF">2026-09-29T07:45:20.8700000Z</dcterms:modified>
</coreProperties>
</file>