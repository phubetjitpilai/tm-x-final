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53a6add0b4a8b" /><Relationship Type="http://schemas.openxmlformats.org/officeDocument/2006/relationships/extended-properties" Target="/docProps/app.xml" Id="Rc7c300edde83418d" /><Relationship Type="http://schemas.openxmlformats.org/officeDocument/2006/relationships/officeDocument" Target="/ppt/presentation.xml" Id="Rdb2b712b5e3f48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2d0cd4911d4190"/>
  </p:sldMasterIdLst>
  <p:notesMasterIdLst>
    <p:notesMasterId xmlns:r="http://schemas.openxmlformats.org/officeDocument/2006/relationships" r:id="R7733357e24714111"/>
  </p:notesMasterIdLst>
  <p:sldIdLst>
    <p:sldId xmlns:r="http://schemas.openxmlformats.org/officeDocument/2006/relationships" id="256" r:id="R567e4d0fb9314d82"/>
    <p:sldId xmlns:r="http://schemas.openxmlformats.org/officeDocument/2006/relationships" id="257" r:id="R79cea93deb6e48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cee175babe493e" /><Relationship Type="http://schemas.openxmlformats.org/officeDocument/2006/relationships/slideMaster" Target="/ppt/slideMasters/slideMaster1.xml" Id="Rd12d0cd4911d4190" /><Relationship Type="http://schemas.openxmlformats.org/officeDocument/2006/relationships/notesMaster" Target="/ppt/notesMasters/notesMaster1.xml" Id="R7733357e24714111" /><Relationship Type="http://schemas.openxmlformats.org/officeDocument/2006/relationships/presProps" Target="/ppt/presProps.xml" Id="Rb406f6cc2d84472a" /><Relationship Type="http://schemas.openxmlformats.org/officeDocument/2006/relationships/tableStyles" Target="/ppt/tableStyles.xml" Id="R834e490b0dee42d7" /><Relationship Type="http://schemas.openxmlformats.org/officeDocument/2006/relationships/slide" Target="/ppt/slides/slide1.xml" Id="R567e4d0fb9314d82" /><Relationship Type="http://schemas.openxmlformats.org/officeDocument/2006/relationships/slide" Target="/ppt/slides/slide2.xml" Id="R79cea93deb6e48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10b79f4dbc4a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1eff48d7394bdd" /><Relationship Type="http://schemas.openxmlformats.org/officeDocument/2006/relationships/notesMaster" Target="/ppt/notesMasters/notesMaster1.xml" Id="Rb1ca90d25f234b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5e7ae16e3e45b1" /><Relationship Type="http://schemas.openxmlformats.org/officeDocument/2006/relationships/notesMaster" Target="/ppt/notesMasters/notesMaster1.xml" Id="Reb231f21ebe74a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Action: operator enters part information on the web; TM-X supplies values and image; the system stores each result immediately.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BI is refreshed daily, so the dashboard is a daily summary rather than a live measurement feed. The source deck describes Good/Fail counts by package size and part number and a yield trend.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c375eb95840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33d20921cb4294" /><Relationship Type="http://schemas.openxmlformats.org/officeDocument/2006/relationships/slideLayout" Target="/ppt/slideLayouts/slideLayout1.xml" Id="R0764b9e857ee46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64b9e857ee46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014ce4b6e457e" /><Relationship Type="http://schemas.openxmlformats.org/officeDocument/2006/relationships/image" Target="/ppt/media/image.png" Id="Raac0ddc4bb9e4c1f" /><Relationship Type="http://schemas.openxmlformats.org/officeDocument/2006/relationships/notesSlide" Target="/ppt/notesSlides/notesSlide1.xml" Id="R90d24928bf8841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14626b0ba4c26" /><Relationship Type="http://schemas.openxmlformats.org/officeDocument/2006/relationships/image" Target="/ppt/media/image2.png" Id="Rf19cc2fb7db74c81" /><Relationship Type="http://schemas.openxmlformats.org/officeDocument/2006/relationships/notesSlide" Target="/ppt/notesSlides/notesSlide2.xml" Id="Rbbfd81dd2c044a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B7DCF0-ACB2-4499-8D43-AE951532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CDBF7-03E5-4B73-9559-463F2B05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BDA0C-47A3-4DCF-95AD-A806E25E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Automate Measurement and Data Recording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0ddc4bb9e4c1f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91C38-98BA-4B8F-AB0F-63314DB9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2918E-A493-4D11-B33C-6D79CFF6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67F17-8F63-4E5F-A75D-C484EEA0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Web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A0925-95AD-4B35-874E-CE2261EF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3048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operator enters part details and starts a run on the web.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6E4AA-1457-4C79-A1B0-AD9A0DA2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304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52062-C920-4684-8EED-F07707B5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109A9-C58C-42F6-B241-C4E626AC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867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IMAGE 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87D77-139C-41C2-B916-8716E3E3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815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B"/>
                </a:solidFill>
                <a:latin typeface="Aptos"/>
                <a:ea typeface="Aptos"/>
                <a:cs typeface="Aptos"/>
              </a:rPr>
              <a:t>Part entry screen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86F60-8191-4C2E-B7C0-87F6EA39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77337-9416-4E01-8632-410777D1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145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TM-X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552E7-A8F4-439B-9C82-465FED9E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3048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directs TM-X to measure each part and receives the values.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09A10-777B-4DE7-AF5D-BE3DCC09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38625"/>
            <a:ext cx="304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A0D2C-C0D8-4910-B7D8-A766E935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38625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FB3BF-E7A7-45AE-B87F-C69D76E9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3867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IMAGE 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F4E83-B7EE-4802-BEB8-728B51D6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815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B"/>
                </a:solidFill>
                <a:latin typeface="Aptos"/>
                <a:ea typeface="Aptos"/>
                <a:cs typeface="Aptos"/>
              </a:rPr>
              <a:t>TM-X measuring the part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FA0AF-4301-4104-8FF6-922745FA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AA4DE-7593-41EE-8E87-9321F7DA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145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Result Decision</a:t>
            </a:r>
          </a:p>
          <a:p xmlns:a="http://schemas.openxmlformats.org/drawingml/2006/main">
            <a:pPr>
              <a:defRPr sz="20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&amp; Auto Save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EBF4FA-933D-4AAC-9C5F-A4268451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3048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decides OK/NG and automatically saves each result and its part details in the database.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C3B64B-A35F-4015-9E2A-DC87AC01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048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B1BE98-7EA1-4FC4-936A-9148CEFA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451B4B-F94F-44A2-A4CE-82585193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38675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IMAGE 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7971F2-5E57-4510-B7AF-1C3E0807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815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B"/>
                </a:solidFill>
                <a:latin typeface="Aptos"/>
                <a:ea typeface="Aptos"/>
                <a:cs typeface="Aptos"/>
              </a:rPr>
              <a:t>OK / NG result screen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093EEA-A0D5-4A9E-BB2D-FF0B2502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14500"/>
            <a:ext cx="14288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AC510E-4DB8-4D02-AFDD-C6E8B567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14288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08767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1D6679-75AE-4252-89B1-9120A491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4962C-61CE-4A5A-A72C-83CE6D9E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1CF32-3170-4874-8A8F-4E7171D1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Standardize and Centralize Data Access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cc2fb7db74c81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8C907-3BC7-41A1-956F-0931A778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7464A-77D2-4837-9074-9D561872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41C96-53E5-415F-8B06-8B21BAFD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48FA3-BB4B-4C2D-80B4-FB345B4D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466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Part details and measurements stay linked in one relational database.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B9305-0410-4136-905A-C9ADBC0C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5B766-D220-4E89-9CD5-BBAF1EE5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14575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6F79F-0990-48B5-8D0D-1E778E4C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9900"/>
            <a:ext cx="466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dashboard summarizes data for all parts, refreshes daily, and is instantly accessible via a link.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45B19-F25C-477C-8BDC-F55FF581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14500"/>
            <a:ext cx="14288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1DF40-B78D-4FA0-B7D9-BD037978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019675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71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C596E-EC5E-40DE-B611-53F5EB13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105400"/>
            <a:ext cx="171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8E229-86BB-45EF-B1DC-44A5223E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105400"/>
            <a:ext cx="361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many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5BB3F-C100-4B14-BA82-D7C3C5C3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9812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55A8C-BA37-404C-8988-BBD311F2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CE21F3-A8B2-4098-81F5-F5C0808E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86275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PART DETAILS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945FF-88FF-45EF-BC12-BB30B7C8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86325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D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50EB6-5F19-4FD8-946E-717996F9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1647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ALPL Number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E620D0-2F4F-401F-B846-40FC172A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48275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Package Size</a:t>
            </a:r>
          </a:p>
          <a:p xmlns:a="http://schemas.openxmlformats.org/drawingml/2006/main">
            <a:pPr>
              <a:defRPr sz="120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Handler  ·  Operator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AF77BD-406D-4D2A-A3E6-E78DE2D5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86250"/>
            <a:ext cx="19812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34F8F8-21A6-4E13-B969-215D1541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8625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2EC3B9-7127-461D-9204-9E38DFCC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862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MEASUREMENTS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799680-E701-4ECF-A0DB-4A3D907D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86325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D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B66D94-CC9C-420A-9346-BB6A00E9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95850"/>
            <a:ext cx="1647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ALPL Number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6C6D1A-B44B-44EA-820B-1BA3B585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48275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Value X/Y  ·  OK/NG</a:t>
            </a:r>
          </a:p>
          <a:p xmlns:a="http://schemas.openxmlformats.org/drawingml/2006/main">
            <a:pPr>
              <a:defRPr sz="120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Date  ·  Result image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790BAF-64BE-42C2-A31C-263545E3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762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F5F9"/>
          </a:solidFill>
          <a:ln xmlns:a="http://schemas.openxmlformats.org/drawingml/2006/main" w="14288">
            <a:solidFill>
              <a:srgbClr val="A9C0D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7ED1B7-E1BD-4468-8D83-4FAC0F13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A8DF82-319F-416D-BD2F-0DEEBAE1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24375"/>
            <a:ext cx="423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DASHBOARD SCREENSHOT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DF8D90-F70F-4FED-932F-6A94B8F9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62525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87B"/>
                </a:solidFill>
                <a:latin typeface="Aptos"/>
                <a:ea typeface="Aptos"/>
                <a:cs typeface="Aptos"/>
              </a:rPr>
              <a:t>Daily results  ·  OK/NG summary  ·  Trends</a:t>
            </a:r>
          </a:p>
        </p:txBody>
      </p:sp>
    </p:spTree>
    <p:extLst>
      <p:ext uri="{BB962C8B-B14F-4D97-AF65-F5344CB8AC3E}">
        <p14:creationId xmlns:p14="http://schemas.microsoft.com/office/powerpoint/2010/main" val="925063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2026-09-29T15:11:33.9220000Z</dcterms:created>
  <dcterms:modified xsi:type="dcterms:W3CDTF">2026-09-29T15:11:33.9220000Z</dcterms:modified>
</coreProperties>
</file>