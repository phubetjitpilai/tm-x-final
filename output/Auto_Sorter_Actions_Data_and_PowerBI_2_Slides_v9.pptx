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9311bfb92f4f34" /><Relationship Type="http://schemas.openxmlformats.org/officeDocument/2006/relationships/extended-properties" Target="/docProps/app.xml" Id="R992a921bb5254c18" /><Relationship Type="http://schemas.openxmlformats.org/officeDocument/2006/relationships/officeDocument" Target="/ppt/presentation.xml" Id="R2be6690e3c2546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e2833b37954cf3"/>
  </p:sldMasterIdLst>
  <p:notesMasterIdLst>
    <p:notesMasterId xmlns:r="http://schemas.openxmlformats.org/officeDocument/2006/relationships" r:id="R21dac748a66f405f"/>
  </p:notesMasterIdLst>
  <p:sldIdLst>
    <p:sldId xmlns:r="http://schemas.openxmlformats.org/officeDocument/2006/relationships" id="256" r:id="R9d685211e3344bfd"/>
    <p:sldId xmlns:r="http://schemas.openxmlformats.org/officeDocument/2006/relationships" id="257" r:id="R29664d385e9d44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951c5e0fee4253" /><Relationship Type="http://schemas.openxmlformats.org/officeDocument/2006/relationships/slideMaster" Target="/ppt/slideMasters/slideMaster1.xml" Id="Rfbe2833b37954cf3" /><Relationship Type="http://schemas.openxmlformats.org/officeDocument/2006/relationships/notesMaster" Target="/ppt/notesMasters/notesMaster1.xml" Id="R21dac748a66f405f" /><Relationship Type="http://schemas.openxmlformats.org/officeDocument/2006/relationships/presProps" Target="/ppt/presProps.xml" Id="R10fd4b3c36a14605" /><Relationship Type="http://schemas.openxmlformats.org/officeDocument/2006/relationships/tableStyles" Target="/ppt/tableStyles.xml" Id="R32df8d8ae9e84099" /><Relationship Type="http://schemas.openxmlformats.org/officeDocument/2006/relationships/slide" Target="/ppt/slides/slide1.xml" Id="R9d685211e3344bfd" /><Relationship Type="http://schemas.openxmlformats.org/officeDocument/2006/relationships/slide" Target="/ppt/slides/slide2.xml" Id="R29664d385e9d44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7e9e78633e4a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bf9534fa784bdf" /><Relationship Type="http://schemas.openxmlformats.org/officeDocument/2006/relationships/notesMaster" Target="/ppt/notesMasters/notesMaster1.xml" Id="Re7f57906be934b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4de9cd740b4794" /><Relationship Type="http://schemas.openxmlformats.org/officeDocument/2006/relationships/notesMaster" Target="/ppt/notesMasters/notesMaster1.xml" Id="Ra713bdbea7ba4f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Action: operator enters part information on the web; TM-X supplies values and image; the system stores each result immediately.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 BI is refreshed daily, so the dashboard is a daily summary rather than a live measurement feed. The source deck describes Good/Fail counts by package size and part number and a yield trend.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40a098db4b4f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f288c6f2054794" /><Relationship Type="http://schemas.openxmlformats.org/officeDocument/2006/relationships/slideLayout" Target="/ppt/slideLayouts/slideLayout1.xml" Id="Rd585e19c0e2a4b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85e19c0e2a4b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e2d2cee9048fc" /><Relationship Type="http://schemas.openxmlformats.org/officeDocument/2006/relationships/image" Target="/ppt/media/image.png" Id="Ra86f53dad1eb42af" /><Relationship Type="http://schemas.openxmlformats.org/officeDocument/2006/relationships/notesSlide" Target="/ppt/notesSlides/notesSlide1.xml" Id="R228993f229674f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c91b23a3e4e3d" /><Relationship Type="http://schemas.openxmlformats.org/officeDocument/2006/relationships/image" Target="/ppt/media/image2.png" Id="R03fc8b784cf54cb0" /><Relationship Type="http://schemas.openxmlformats.org/officeDocument/2006/relationships/notesSlide" Target="/ppt/notesSlides/notesSlide2.xml" Id="Rf113c9a5c74f4a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F81CB1-DF99-4D23-B346-75A5F4C0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8F716-033B-442C-8887-8D323455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72075-CCD6-480C-8C50-86979782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Automate Data Capture and Storage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f53dad1eb42af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80E31-22E9-4F02-863E-E7CF2F16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3C6E3-121B-4417-87CB-34FCFFBE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DFE01-EA90-4863-8C27-0AA95620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Web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2EDE5-EC07-4ACA-AEC0-76186422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operator enters part details and starts a run on the web.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874F2E-EC3C-4D00-A5CB-69B00085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23D89-2B56-4012-BAA2-BCCD0385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TM-X Measurement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71AB4-DA55-48BA-A977-F5C94A0A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directs TM-X to measure each part and receives the values.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DC02C-C56C-45B4-8CDC-E81BC09D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6CE6E-5837-40D4-9335-3D26E780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Result Decision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&amp; Auto Save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793B0-F1DE-4B1F-BAA1-B6B5CE7B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decides OK/NG and automatically saves each result and its part details in the database.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FA466-FE16-468E-9162-65655A91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37AA0-B863-4DF6-AD24-F93D4B14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82431C-A305-4A63-8742-BFBA835F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38863-15B8-42DB-AE4E-C2B1E356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Each measured part has a complete record.</a:t>
            </a:r>
          </a:p>
        </p:txBody>
      </p:sp>
    </p:spTree>
    <p:extLst>
      <p:ext uri="{BB962C8B-B14F-4D97-AF65-F5344CB8AC3E}">
        <p14:creationId xmlns:p14="http://schemas.microsoft.com/office/powerpoint/2010/main" val="7081488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EC75D-6C37-4D38-BD18-9053A38A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3EB99-E209-4DE3-8360-0D4B2C3E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6F755-E3FC-43BA-A97E-42EFE8C0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Standardize and Centralize Data Access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c8b784cf54cb0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92487-94EC-44CB-9565-2D04E550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F9FB9-308F-4EE9-B1DA-5B4BE27D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2D2E9-82B7-4432-9C88-8CFA48C8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35035-C09C-4BF3-9521-56767406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Part details and measurements stay linked in one relational database.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2FCBE-87AD-4B4D-B443-F7B0577C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26EF2-A9EA-4970-A36E-DAED6DC6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2822C-AA60-4DA7-9AC7-CDF94554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dashboard summarizes data for all parts, refreshes daily, and is instantly accessible via a link.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AE17C-44A8-43C7-9EDA-D080564E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0B0B34-F57B-45F3-8DF9-A81BE372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F80CE-40A7-4744-8D18-B4F4431F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One daily view of results for production and quality teams.</a:t>
            </a:r>
          </a:p>
        </p:txBody>
      </p:sp>
    </p:spTree>
    <p:extLst>
      <p:ext uri="{BB962C8B-B14F-4D97-AF65-F5344CB8AC3E}">
        <p14:creationId xmlns:p14="http://schemas.microsoft.com/office/powerpoint/2010/main" val="18744120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2026-09-29T07:57:20.6620000Z</dcterms:created>
  <dcterms:modified xsi:type="dcterms:W3CDTF">2026-09-29T07:57:20.6620000Z</dcterms:modified>
</coreProperties>
</file>