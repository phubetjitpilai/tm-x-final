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6beb73f26d4273" /><Relationship Type="http://schemas.openxmlformats.org/officeDocument/2006/relationships/extended-properties" Target="/docProps/app.xml" Id="R44d881c27df04ce5" /><Relationship Type="http://schemas.openxmlformats.org/officeDocument/2006/relationships/officeDocument" Target="/ppt/presentation.xml" Id="R2c4f6b24cd43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18e082251e449a"/>
  </p:sldMasterIdLst>
  <p:notesMasterIdLst>
    <p:notesMasterId xmlns:r="http://schemas.openxmlformats.org/officeDocument/2006/relationships" r:id="R1b4e626c845542e0"/>
  </p:notesMasterIdLst>
  <p:sldIdLst>
    <p:sldId xmlns:r="http://schemas.openxmlformats.org/officeDocument/2006/relationships" id="256" r:id="R9718031402184e3c"/>
    <p:sldId xmlns:r="http://schemas.openxmlformats.org/officeDocument/2006/relationships" id="257" r:id="R82dab3ae5ea3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dc7a69df5450e" /><Relationship Type="http://schemas.openxmlformats.org/officeDocument/2006/relationships/slideMaster" Target="/ppt/slideMasters/slideMaster1.xml" Id="R7b18e082251e449a" /><Relationship Type="http://schemas.openxmlformats.org/officeDocument/2006/relationships/notesMaster" Target="/ppt/notesMasters/notesMaster1.xml" Id="R1b4e626c845542e0" /><Relationship Type="http://schemas.openxmlformats.org/officeDocument/2006/relationships/presProps" Target="/ppt/presProps.xml" Id="R089238f59745460e" /><Relationship Type="http://schemas.openxmlformats.org/officeDocument/2006/relationships/tableStyles" Target="/ppt/tableStyles.xml" Id="Rf64037d9c870443b" /><Relationship Type="http://schemas.openxmlformats.org/officeDocument/2006/relationships/slide" Target="/ppt/slides/slide1.xml" Id="R9718031402184e3c" /><Relationship Type="http://schemas.openxmlformats.org/officeDocument/2006/relationships/slide" Target="/ppt/slides/slide2.xml" Id="R82dab3ae5ea3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3a3361a0b46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7c8a88d0f43cf" /><Relationship Type="http://schemas.openxmlformats.org/officeDocument/2006/relationships/notesMaster" Target="/ppt/notesMasters/notesMaster1.xml" Id="Rac3d14360a7e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766ededffc4389" /><Relationship Type="http://schemas.openxmlformats.org/officeDocument/2006/relationships/notesMaster" Target="/ppt/notesMasters/notesMaster1.xml" Id="Ra67cb3302d5949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486a0e6344e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006471de74912" /><Relationship Type="http://schemas.openxmlformats.org/officeDocument/2006/relationships/slideLayout" Target="/ppt/slideLayouts/slideLayout1.xml" Id="R0e37d340be4f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7d340be4f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f10d294844dee" /><Relationship Type="http://schemas.openxmlformats.org/officeDocument/2006/relationships/image" Target="/ppt/media/image.png" Id="Rea085b95fc264c82" /><Relationship Type="http://schemas.openxmlformats.org/officeDocument/2006/relationships/notesSlide" Target="/ppt/notesSlides/notesSlide1.xml" Id="R635af2b91c93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053c8eed4d2b" /><Relationship Type="http://schemas.openxmlformats.org/officeDocument/2006/relationships/image" Target="/ppt/media/image2.png" Id="Rfa62acbe45da41c4" /><Relationship Type="http://schemas.openxmlformats.org/officeDocument/2006/relationships/notesSlide" Target="/ppt/notesSlides/notesSlide2.xml" Id="R384cfe9d1824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0B25E-117F-41D1-869E-BC312798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BD125-3B7E-4FBF-8EC5-0602FC5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910F6-9DFB-4C96-A47A-24501E8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85b95fc264c82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CC05-CF0A-440C-8DE2-B59BCF6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6962-1599-4DF8-8D63-293F682A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25616-8CF4-42B4-9A68-6C8E7A5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13763-89E2-4581-84FB-27C0E3C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B783E-6CBD-4722-A996-6DA9945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0334-0616-4004-B520-D754F57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10162-9DA6-4484-900B-0E2E4BE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63FF0-0279-4BD7-B13E-A8E8A95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63E86-1DE6-4B60-9DCB-3FFF185E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3086F-8AB6-48F1-9A41-782C08FE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2809F-2487-40AD-BBC8-F4A893F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DFAB0-CC48-4942-9D27-3470C0E3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29807-ADB7-4B49-B556-FAD3D4A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54FF1-B324-4F36-9314-FBCFD316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300905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C4074-3F00-480D-BE39-F3B7D49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C9DE6-3579-4A9F-BF61-0A1F1790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4B14E-04F1-48E7-A7D7-BBF222F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2acbe45da41c4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CF3C9-3B4D-4C2D-9CD8-583FC782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AAA8A-D5B9-4E18-A474-4791679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67F03-C739-4CD2-9F6E-894AF2A3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Connect the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365CC-185F-4539-A95A-95375350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AA9C2-039D-4B6F-AF2E-A9752A8F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7D3E8-AF4A-462A-AD19-23DF33D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Update Power BI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76068-0BAA-49E2-88B9-3167EEAB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quality summary refreshes from the database each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1C33E-8ED2-4C6E-9381-465FA1F3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DE3D5-62C8-47F7-834F-4084CCA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See the quality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896D5-B8B8-44BC-9C7D-4B5A6719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Teams see Good/Fail counts by part and package size, plus yield trends.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5F34B-713F-4A8D-B2BE-6C6EBCB1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4EB5A-0355-48C9-B73A-F8D0508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3EC6B-19C5-469D-9F7D-3CC6BB9F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DB9E0-645D-4BB3-8285-8167A5F0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886149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2026-09-29T07:38:35.5410000Z</dcterms:created>
  <dcterms:modified xsi:type="dcterms:W3CDTF">2026-09-29T07:38:35.5410000Z</dcterms:modified>
</coreProperties>
</file>