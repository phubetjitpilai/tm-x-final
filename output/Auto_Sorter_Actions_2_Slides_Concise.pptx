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26fbaf6eee4199" /><Relationship Type="http://schemas.openxmlformats.org/officeDocument/2006/relationships/extended-properties" Target="/docProps/app.xml" Id="R8a56daf5b08849a1" /><Relationship Type="http://schemas.openxmlformats.org/officeDocument/2006/relationships/officeDocument" Target="/ppt/presentation.xml" Id="R003e5bcc7c6f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994b2fd2b4351"/>
  </p:sldMasterIdLst>
  <p:notesMasterIdLst>
    <p:notesMasterId xmlns:r="http://schemas.openxmlformats.org/officeDocument/2006/relationships" r:id="R57b27511ad834b47"/>
  </p:notesMasterIdLst>
  <p:sldIdLst>
    <p:sldId xmlns:r="http://schemas.openxmlformats.org/officeDocument/2006/relationships" id="256" r:id="R3e15bbd8f14d4ac7"/>
    <p:sldId xmlns:r="http://schemas.openxmlformats.org/officeDocument/2006/relationships" id="257" r:id="R53cb39c274944a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bf018e0a464be0" /><Relationship Type="http://schemas.openxmlformats.org/officeDocument/2006/relationships/slideMaster" Target="/ppt/slideMasters/slideMaster1.xml" Id="R9fd994b2fd2b4351" /><Relationship Type="http://schemas.openxmlformats.org/officeDocument/2006/relationships/notesMaster" Target="/ppt/notesMasters/notesMaster1.xml" Id="R57b27511ad834b47" /><Relationship Type="http://schemas.openxmlformats.org/officeDocument/2006/relationships/presProps" Target="/ppt/presProps.xml" Id="R2cd20a0ef8bd47d3" /><Relationship Type="http://schemas.openxmlformats.org/officeDocument/2006/relationships/tableStyles" Target="/ppt/tableStyles.xml" Id="R632b3d9be5d543ac" /><Relationship Type="http://schemas.openxmlformats.org/officeDocument/2006/relationships/slide" Target="/ppt/slides/slide1.xml" Id="R3e15bbd8f14d4ac7" /><Relationship Type="http://schemas.openxmlformats.org/officeDocument/2006/relationships/slide" Target="/ppt/slides/slide2.xml" Id="R53cb39c27494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3ef8a08c0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457692a024d84" /><Relationship Type="http://schemas.openxmlformats.org/officeDocument/2006/relationships/notesMaster" Target="/ppt/notesMasters/notesMaster1.xml" Id="Rd5ee4b2f402b4b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40a155e1e458f" /><Relationship Type="http://schemas.openxmlformats.org/officeDocument/2006/relationships/notesMaster" Target="/ppt/notesMasters/notesMaster1.xml" Id="R2dd96c555ef740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source slides 33–35. The 30-day recovery and locked measured values are stated on source slide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source slides 36–42. Source 36: validation and decision on track; other core service functions completed. Source 37–38: data receiver and image access completed. Source 39: judging and sending to sorter on track; other edge controls completed. Source 40–41: dashboards on track. Database schema on source 42 intentionally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c1a6bc286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7d0c7b426c450a" /><Relationship Type="http://schemas.openxmlformats.org/officeDocument/2006/relationships/slideLayout" Target="/ppt/slideLayouts/slideLayout1.xml" Id="Ra1046b546a0446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46b546a04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84d8089994c92" /><Relationship Type="http://schemas.openxmlformats.org/officeDocument/2006/relationships/image" Target="/ppt/media/image.png" Id="R0894f895d90e4eff" /><Relationship Type="http://schemas.openxmlformats.org/officeDocument/2006/relationships/notesSlide" Target="/ppt/notesSlides/notesSlide1.xml" Id="R9bcaaab072ba4c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6068eb0e94ea8" /><Relationship Type="http://schemas.openxmlformats.org/officeDocument/2006/relationships/image" Target="/ppt/media/image2.png" Id="Rf60aa99786744d00" /><Relationship Type="http://schemas.openxmlformats.org/officeDocument/2006/relationships/notesSlide" Target="/ppt/notesSlides/notesSlide2.xml" Id="R4034178f93c948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B1280-EA55-4AE3-9DA7-AC5571E3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ED2B-BD4F-4215-ACDF-7F4F8395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EDA42-7F0E-4C8C-BE1B-91B61177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667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Operator Workflow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4f895d90e4eff"/>
          <a:stretch xmlns:a="http://schemas.openxmlformats.org/drawingml/2006/main"/>
        </p:blipFill>
        <p:spPr>
          <a:xfrm xmlns:a="http://schemas.openxmlformats.org/drawingml/2006/main">
            <a:off x="10172700" y="352425"/>
            <a:ext cx="1809750" cy="504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BEADF-CC7A-4539-BD7A-41E8516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A2284-081E-4B48-9FE5-E0AE2084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239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One workflow from setup to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05765-AAD1-4F32-99FA-A67283E0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C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C6C"/>
                </a:solidFill>
                <a:latin typeface="Arial"/>
                <a:ea typeface="Arial"/>
                <a:cs typeface="Arial"/>
              </a:rPr>
              <a:t>Operators use one place to prepare, monitor, and retrieve ALPL measurements.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9F846-3166-4B50-97FD-0082B9F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FBE8DC"/>
          </a:solidFill>
          <a:ln xmlns:a="http://schemas.openxmlformats.org/drawingml/2006/main" w="9525">
            <a:solidFill>
              <a:srgbClr val="C5D0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15C1C-B0DD-435E-A392-DA3F4701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7E62B-6522-410A-8834-B8F745BF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574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CADC3-BF46-43DD-81E2-C2F07F95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46359-B8E9-4956-922E-F7D00A65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Select the ALPL and specifications.</a:t>
            </a:r>
          </a:p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Build the part queue before the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00BAE-F9B8-4344-999F-5100F69B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5D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AC540-C444-4CDF-9657-30AB0861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039D7-4E18-4F73-83BD-9C55BAE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574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ECBF4-0FB6-4D37-AC71-6BA06E5D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AAAF7-4518-47FE-AE91-F5B93845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8607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See each value, pass/fail result, camera image, and queue progress live.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A0854-491A-4166-B8D0-E0F72418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3337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9525">
            <a:solidFill>
              <a:srgbClr val="C5D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F046F-C79D-4024-B572-6555024A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333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51BED-B203-43DC-BE05-5D90FAA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5742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A8050-3721-4237-A993-3D7F9E1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 share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81176-C33C-4E78-81C7-F6AEA9E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Search records by ALPL or date. Export filtered results to Excel, PDF, or CSV.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99A0F-E763-40A2-A37F-DDDFF25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60A7E-0A5B-4E01-9DAD-E770016F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Saved automatically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E30D9-D5A8-483D-B69B-9609CEA1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Every measurement and its image are kept together, without a handwritten result 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A66F4-73D7-4EE3-B637-85785AF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0577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Changes remain traceable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70576-8FB2-4338-BAB9-E35070F6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Corrections are logged. Measured values stay locked, and deleted records can be recovered for 30 days.</a:t>
            </a:r>
          </a:p>
        </p:txBody>
      </p:sp>
    </p:spTree>
    <p:extLst>
      <p:ext uri="{BB962C8B-B14F-4D97-AF65-F5344CB8AC3E}">
        <p14:creationId xmlns:p14="http://schemas.microsoft.com/office/powerpoint/2010/main" val="153508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0B197-000A-4FC3-998A-32129A2A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2FF3C-505B-46D0-AFD7-904D81EF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E29F1-12E8-458C-86BF-5DA25495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667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Status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aa99786744d00"/>
          <a:stretch xmlns:a="http://schemas.openxmlformats.org/drawingml/2006/main"/>
        </p:blipFill>
        <p:spPr>
          <a:xfrm xmlns:a="http://schemas.openxmlformats.org/drawingml/2006/main">
            <a:off x="10172700" y="352425"/>
            <a:ext cx="1809750" cy="504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DC487-99C4-4E09-A178-A9DAB7BE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7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A33B1-618C-401F-A33B-C687FEC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239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Traceable records are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1E7FE-DA1D-46E2-9D83-2AE20FF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5C6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C6C"/>
                </a:solidFill>
                <a:latin typeface="Arial"/>
                <a:ea typeface="Arial"/>
                <a:cs typeface="Arial"/>
              </a:rPr>
              <a:t>Automated sorting and management reporting remain on track.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4FD60-57A8-44B6-963C-D0735E55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10839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734A6-1159-41DA-A347-0EC3874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13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BAE7A-70A4-4C6B-9764-8E026133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Measurement records &amp; traceability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42D8A-19AC-49AC-8832-055D797C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1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Readings and images are linked, invalid results are excluded, and records can be searched, exported, and audited.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A8F65-69F7-40C8-8D60-E44F837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03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4A733-1FF1-46BC-975F-0EAD538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AE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AE3E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D03E5-29C3-45AE-849D-243BF69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10839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85B81-6B42-4F2A-BD0E-66742A4A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13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B5D84-4631-4C30-9A80-060234C7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Automatic pass/fail &amp; sorting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B8C8B-269D-468C-B97C-AD5FCED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71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The system is being finalized to confirm each result and direct the sorter to the correct output.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D5931-30C9-452A-9F46-AF49584A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95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8A345-DF16-4D90-9B72-8CEE3044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9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9A00"/>
                </a:solidFill>
                <a:latin typeface="Arial"/>
                <a:ea typeface="Arial"/>
                <a:cs typeface="Arial"/>
              </a:rPr>
              <a:t>On 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3CFA2-886A-4658-8649-2D325C1C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72025"/>
            <a:ext cx="10839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DEC9F-80FA-46A5-9356-4B836E2E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72025"/>
            <a:ext cx="133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6BDFA-64B2-4126-A2F4-1BCF2AEA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A68"/>
                </a:solidFill>
                <a:latin typeface="Arial"/>
                <a:ea typeface="Arial"/>
                <a:cs typeface="Arial"/>
              </a:rPr>
              <a:t>Management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29280-8CD5-4FEC-9C0C-F06D1F0F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5425"/>
            <a:ext cx="804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315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B3157"/>
                </a:solidFill>
                <a:latin typeface="Arial"/>
                <a:ea typeface="Arial"/>
                <a:cs typeface="Arial"/>
              </a:rPr>
              <a:t>Filtered records, Good/Fail summaries, and yield trends are being prepared for reporting.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EDFFB-1656-4EED-9C6F-40A88048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38725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317DC-EA9A-4D56-995E-48C74602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05400"/>
            <a:ext cx="156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9A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9A00"/>
                </a:solidFill>
                <a:latin typeface="Arial"/>
                <a:ea typeface="Arial"/>
                <a:cs typeface="Arial"/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791837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2026-09-28T17:28:48.3570000Z</dcterms:created>
  <dcterms:modified xsi:type="dcterms:W3CDTF">2026-09-28T17:28:48.3570000Z</dcterms:modified>
</coreProperties>
</file>