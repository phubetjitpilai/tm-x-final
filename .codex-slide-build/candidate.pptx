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e7f40178574b19" /><Relationship Type="http://schemas.openxmlformats.org/officeDocument/2006/relationships/extended-properties" Target="/docProps/app.xml" Id="R82c317dc03824f33" /><Relationship Type="http://schemas.openxmlformats.org/officeDocument/2006/relationships/officeDocument" Target="/ppt/presentation.xml" Id="R7595992112dc42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21232aa04c42a3"/>
  </p:sldMasterIdLst>
  <p:notesMasterIdLst>
    <p:notesMasterId xmlns:r="http://schemas.openxmlformats.org/officeDocument/2006/relationships" r:id="R0372d64354cc40e1"/>
  </p:notesMasterIdLst>
  <p:sldIdLst>
    <p:sldId xmlns:r="http://schemas.openxmlformats.org/officeDocument/2006/relationships" id="256" r:id="Re47cbc9f3ec94d1a"/>
    <p:sldId xmlns:r="http://schemas.openxmlformats.org/officeDocument/2006/relationships" id="257" r:id="R3b952eeb9f8240eb"/>
    <p:sldId xmlns:r="http://schemas.openxmlformats.org/officeDocument/2006/relationships" id="258" r:id="R10e3519a82c4484f"/>
    <p:sldId xmlns:r="http://schemas.openxmlformats.org/officeDocument/2006/relationships" id="259" r:id="R53250814c42b446e"/>
    <p:sldId xmlns:r="http://schemas.openxmlformats.org/officeDocument/2006/relationships" id="260" r:id="R72b990d2362e4258"/>
    <p:sldId xmlns:r="http://schemas.openxmlformats.org/officeDocument/2006/relationships" id="261" r:id="Rcdd12bf40caf47f5"/>
    <p:sldId xmlns:r="http://schemas.openxmlformats.org/officeDocument/2006/relationships" id="262" r:id="Rad4699b5908b4cff"/>
    <p:sldId xmlns:r="http://schemas.openxmlformats.org/officeDocument/2006/relationships" id="263" r:id="R57dcf030eb4e4b7e"/>
    <p:sldId xmlns:r="http://schemas.openxmlformats.org/officeDocument/2006/relationships" id="264" r:id="R1399ebebdd1a4b48"/>
    <p:sldId xmlns:r="http://schemas.openxmlformats.org/officeDocument/2006/relationships" id="265" r:id="R3142ff272e524622"/>
    <p:sldId xmlns:r="http://schemas.openxmlformats.org/officeDocument/2006/relationships" id="266" r:id="R0ba8752fbe2c43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dc760884a744be" /><Relationship Type="http://schemas.openxmlformats.org/officeDocument/2006/relationships/slideMaster" Target="/ppt/slideMasters/slideMaster1.xml" Id="R6221232aa04c42a3" /><Relationship Type="http://schemas.openxmlformats.org/officeDocument/2006/relationships/notesMaster" Target="/ppt/notesMasters/notesMaster1.xml" Id="R0372d64354cc40e1" /><Relationship Type="http://schemas.openxmlformats.org/officeDocument/2006/relationships/presProps" Target="/ppt/presProps.xml" Id="R4489307bb16348dd" /><Relationship Type="http://schemas.openxmlformats.org/officeDocument/2006/relationships/tableStyles" Target="/ppt/tableStyles.xml" Id="R17961208b3d54df4" /><Relationship Type="http://schemas.openxmlformats.org/officeDocument/2006/relationships/slide" Target="/ppt/slides/slide1.xml" Id="Re47cbc9f3ec94d1a" /><Relationship Type="http://schemas.openxmlformats.org/officeDocument/2006/relationships/slide" Target="/ppt/slides/slide2.xml" Id="R3b952eeb9f8240eb" /><Relationship Type="http://schemas.openxmlformats.org/officeDocument/2006/relationships/slide" Target="/ppt/slides/slide3.xml" Id="R10e3519a82c4484f" /><Relationship Type="http://schemas.openxmlformats.org/officeDocument/2006/relationships/slide" Target="/ppt/slides/slide4.xml" Id="R53250814c42b446e" /><Relationship Type="http://schemas.openxmlformats.org/officeDocument/2006/relationships/slide" Target="/ppt/slides/slide5.xml" Id="R72b990d2362e4258" /><Relationship Type="http://schemas.openxmlformats.org/officeDocument/2006/relationships/slide" Target="/ppt/slides/slide6.xml" Id="Rcdd12bf40caf47f5" /><Relationship Type="http://schemas.openxmlformats.org/officeDocument/2006/relationships/slide" Target="/ppt/slides/slide7.xml" Id="Rad4699b5908b4cff" /><Relationship Type="http://schemas.openxmlformats.org/officeDocument/2006/relationships/slide" Target="/ppt/slides/slide8.xml" Id="R57dcf030eb4e4b7e" /><Relationship Type="http://schemas.openxmlformats.org/officeDocument/2006/relationships/slide" Target="/ppt/slides/slide9.xml" Id="R1399ebebdd1a4b48" /><Relationship Type="http://schemas.openxmlformats.org/officeDocument/2006/relationships/slide" Target="/ppt/slides/slide10.xml" Id="R3142ff272e524622" /><Relationship Type="http://schemas.openxmlformats.org/officeDocument/2006/relationships/slide" Target="/ppt/slides/slide11.xml" Id="R0ba8752fbe2c43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f80c87109b4e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7f8102f275433c" /><Relationship Type="http://schemas.openxmlformats.org/officeDocument/2006/relationships/notesMaster" Target="/ppt/notesMasters/notesMaster1.xml" Id="R59b6af66c9dc43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c5c80870664734" /><Relationship Type="http://schemas.openxmlformats.org/officeDocument/2006/relationships/notesMaster" Target="/ppt/notesMasters/notesMaster1.xml" Id="R0e407ed40f804b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8606422835419b" /><Relationship Type="http://schemas.openxmlformats.org/officeDocument/2006/relationships/notesMaster" Target="/ppt/notesMasters/notesMaster1.xml" Id="Ra3180931bd6444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fd58e7616c40c4" /><Relationship Type="http://schemas.openxmlformats.org/officeDocument/2006/relationships/notesMaster" Target="/ppt/notesMasters/notesMaster1.xml" Id="Rb429e76fa21047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61cac3274b41ae" /><Relationship Type="http://schemas.openxmlformats.org/officeDocument/2006/relationships/notesMaster" Target="/ppt/notesMasters/notesMaster1.xml" Id="R614380c5f51142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efcb0bc6ef40b0" /><Relationship Type="http://schemas.openxmlformats.org/officeDocument/2006/relationships/notesMaster" Target="/ppt/notesMasters/notesMaster1.xml" Id="R9fb1e93d4f944d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99feb880004d11" /><Relationship Type="http://schemas.openxmlformats.org/officeDocument/2006/relationships/notesMaster" Target="/ppt/notesMasters/notesMaster1.xml" Id="Ree6446e4daa645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4a884063b944ec" /><Relationship Type="http://schemas.openxmlformats.org/officeDocument/2006/relationships/notesMaster" Target="/ppt/notesMasters/notesMaster1.xml" Id="R9b2f2340d5294b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513ef1d0dc4abf" /><Relationship Type="http://schemas.openxmlformats.org/officeDocument/2006/relationships/notesMaster" Target="/ppt/notesMasters/notesMaster1.xml" Id="R8e26c797da3344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4f41db533548a1" /><Relationship Type="http://schemas.openxmlformats.org/officeDocument/2006/relationships/notesMaster" Target="/ppt/notesMasters/notesMaster1.xml" Id="R084f5b327f924b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e7bbbe653c4b70" /><Relationship Type="http://schemas.openxmlformats.org/officeDocument/2006/relationships/notesMaster" Target="/ppt/notesMasters/notesMaster1.xml" Id="R7cdba7e36e764f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0bd19d61d640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775a5c632e47c6" /><Relationship Type="http://schemas.openxmlformats.org/officeDocument/2006/relationships/slideLayout" Target="/ppt/slideLayouts/slideLayout1.xml" Id="R2e39caa9116340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39caa9116340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b207834d64174" /><Relationship Type="http://schemas.openxmlformats.org/officeDocument/2006/relationships/notesSlide" Target="/ppt/notesSlides/notesSlide1.xml" Id="R2b265e4ddb8049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04768f13945a9" /><Relationship Type="http://schemas.openxmlformats.org/officeDocument/2006/relationships/notesSlide" Target="/ppt/notesSlides/notesSlide2.xml" Id="R1a999990b4ec42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095ecfb7040fc" /><Relationship Type="http://schemas.openxmlformats.org/officeDocument/2006/relationships/notesSlide" Target="/ppt/notesSlides/notesSlide3.xml" Id="R126c0bccc6004f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3cd6d8e794872" /><Relationship Type="http://schemas.openxmlformats.org/officeDocument/2006/relationships/notesSlide" Target="/ppt/notesSlides/notesSlide4.xml" Id="R15ef87c05f2545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b2b47b2ed4200" /><Relationship Type="http://schemas.openxmlformats.org/officeDocument/2006/relationships/notesSlide" Target="/ppt/notesSlides/notesSlide5.xml" Id="Rbca5e92fde0041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1e10e32034f34" /><Relationship Type="http://schemas.openxmlformats.org/officeDocument/2006/relationships/notesSlide" Target="/ppt/notesSlides/notesSlide6.xml" Id="Rf346716382d743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1b19e7aed4dc2" /><Relationship Type="http://schemas.openxmlformats.org/officeDocument/2006/relationships/notesSlide" Target="/ppt/notesSlides/notesSlide7.xml" Id="R4ac6d0dc696749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062e0567a4c52" /><Relationship Type="http://schemas.openxmlformats.org/officeDocument/2006/relationships/notesSlide" Target="/ppt/notesSlides/notesSlide8.xml" Id="R5691474b9c5a46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aaa6881a54790" /><Relationship Type="http://schemas.openxmlformats.org/officeDocument/2006/relationships/notesSlide" Target="/ppt/notesSlides/notesSlide9.xml" Id="R1c5f1b7e3d904d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02380e9d94911" /><Relationship Type="http://schemas.openxmlformats.org/officeDocument/2006/relationships/notesSlide" Target="/ppt/notesSlides/notesSlide10.xml" Id="Rf33aba843f694c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720bdab844e13" /><Relationship Type="http://schemas.openxmlformats.org/officeDocument/2006/relationships/notesSlide" Target="/ppt/notesSlides/notesSlide11.xml" Id="R7a51a6d7b9994a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D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AABB48-807E-4AF6-BD10-E83D2944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AE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EB4C8-DD0C-45F6-83C1-25790C0A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7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คู่มือการใช้งานเว็บ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EF909-60C7-4BD6-A997-4258D64E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4CAE3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64CAE3"/>
                </a:solidFill>
                <a:latin typeface="Tahoma"/>
                <a:ea typeface="Tahoma"/>
                <a:cs typeface="Tahoma"/>
              </a:rPr>
              <a:t>TM-X Control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58715-0256-4E94-B1AB-02F28E53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00450"/>
            <a:ext cx="1666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CA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8CAB7-A1FE-49D4-BE28-F3095D40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[ ชื่อหน่วยงาน / แผนก 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B254A-8DD1-4620-942F-38E42164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ED6E7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BED6E7"/>
                </a:solidFill>
                <a:latin typeface="Tahoma"/>
                <a:ea typeface="Tahoma"/>
                <a:cs typeface="Tahoma"/>
              </a:rPr>
              <a:t>เวอร์ชัน [ระบุ]    วันที่ [ระบุ]</a:t>
            </a:r>
          </a:p>
        </p:txBody>
      </p:sp>
    </p:spTree>
    <p:extLst>
      <p:ext uri="{BB962C8B-B14F-4D97-AF65-F5344CB8AC3E}">
        <p14:creationId xmlns:p14="http://schemas.microsoft.com/office/powerpoint/2010/main" val="6309437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AC1C93-5967-49DF-8C7C-4760BBA5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4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6FDE6-2362-4018-B25E-35996E9B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D4B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02D4B"/>
                </a:solidFill>
                <a:latin typeface="Tahoma"/>
                <a:ea typeface="Tahoma"/>
                <a:cs typeface="Tahoma"/>
              </a:rPr>
              <a:t>ภาพรวมการใช้งาน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B83FA-8939-443F-91A0-9ACBEA57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715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5E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1FE94-9D96-41D7-8D0C-F2D7B035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5C7488"/>
                </a:solidFill>
                <a:latin typeface="Tahoma"/>
                <a:ea typeface="Tahoma"/>
                <a:cs typeface="Tahoma"/>
              </a:rPr>
              <a:t>TM-X CONTROL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7083A-5199-4843-A6DE-698528D3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231A7-9C04-42C1-B8A4-F6CEEE9D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5257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ลำดับงานหลัก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55E65-32EA-4BEC-9149-031DA65A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5E564-14A9-4021-96FC-679214F4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621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D4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D4B"/>
                </a:solidFill>
                <a:latin typeface="Tahoma"/>
                <a:ea typeface="Tahoma"/>
                <a:cs typeface="Tahoma"/>
              </a:rPr>
              <a:t>ตรวจสอบความพร้อม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10E74-9AB1-4358-8CC3-34A6B338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162175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สถานะเว็บและ Raspberry 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9E12A2-F1FD-4944-AE0C-246864E4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5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4E35B2-DF5A-47B5-88CB-6931B8F5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84180C-412C-4BDB-B6A6-BA574255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0512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D4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D4B"/>
                </a:solidFill>
                <a:latin typeface="Tahoma"/>
                <a:ea typeface="Tahoma"/>
                <a:cs typeface="Tahoma"/>
              </a:rPr>
              <a:t>เตรียมข้อมูลชิ้นงาน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E9B801-683B-42D1-970D-3F109995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05125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Part Entry และคิวการวัด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327603-5D2F-4492-BC3D-65FC7A86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57575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5E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99A46F-D003-4486-8621-95C9DBD5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A28CB7-B526-4376-A3AC-96A9672B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480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D4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D4B"/>
                </a:solidFill>
                <a:latin typeface="Tahoma"/>
                <a:ea typeface="Tahoma"/>
                <a:cs typeface="Tahoma"/>
              </a:rPr>
              <a:t>เริ่มวัดและดูผล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430C54-926E-48FD-AB97-39E8F24D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648075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Session Control และ Live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496E94-E6AC-4D5D-93DB-7E40FD4A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5E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E38BE8-5D38-4E69-A248-A1B247E0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D23BBB-6E8F-479C-997A-1D8740E8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9102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D4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D4B"/>
                </a:solidFill>
                <a:latin typeface="Tahoma"/>
                <a:ea typeface="Tahoma"/>
                <a:cs typeface="Tahoma"/>
              </a:rPr>
              <a:t>ตรวจสอบข้อมูลย้อนหลัง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9E5DAD-1089-4AF8-94F1-D331FEB9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391025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Measurements และรายงาน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87671A-8119-4789-AD4C-1FD0A211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43475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5E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A7E706-6C66-448E-8B36-B4F94F95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5470A6-4CF0-4DD2-B91E-CE31BC3A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339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D4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D4B"/>
                </a:solidFill>
                <a:latin typeface="Tahoma"/>
                <a:ea typeface="Tahoma"/>
                <a:cs typeface="Tahoma"/>
              </a:rPr>
              <a:t>แก้ไขและส่งออก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B98E9F-2568-4B88-99EF-0C372FAD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133975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Edit และ Export</a:t>
            </a:r>
          </a:p>
        </p:txBody>
      </p:sp>
    </p:spTree>
    <p:extLst>
      <p:ext uri="{BB962C8B-B14F-4D97-AF65-F5344CB8AC3E}">
        <p14:creationId xmlns:p14="http://schemas.microsoft.com/office/powerpoint/2010/main" val="19738074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0AAE9A-9F55-4641-AA04-D6108AC7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4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F40D5-FA98-49E7-9874-A8E11399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D4B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02D4B"/>
                </a:solidFill>
                <a:latin typeface="Tahoma"/>
                <a:ea typeface="Tahoma"/>
                <a:cs typeface="Tahoma"/>
              </a:rPr>
              <a:t>ก่อนเริ่มใช้งาน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23635-2669-4702-AE14-933B0A06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715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5E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0D4E9-2469-484E-B6B5-6A53B839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5C7488"/>
                </a:solidFill>
                <a:latin typeface="Tahoma"/>
                <a:ea typeface="Tahoma"/>
                <a:cs typeface="Tahoma"/>
              </a:rPr>
              <a:t>TM-X CONTROL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91BCD-5F72-4EAA-8885-E3842F89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4BAEF-0BF9-47BE-8561-A5EB13CD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6334125" cy="412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B"/>
          </a:solidFill>
          <a:ln xmlns:a="http://schemas.openxmlformats.org/drawingml/2006/main" w="19050">
            <a:solidFill>
              <a:srgbClr val="BED5E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1158C-5BE5-4B8D-9B75-CD28DF28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9463"/>
            <a:ext cx="57245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[ วางภาพหน้าจอ: หน้า Home และป้ายสถานะ 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CD4BF-A781-4FF4-A799-FBE80E61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573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41C4A-A2B9-4B6D-AFAF-A9E11E8F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47825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64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9364F"/>
                </a:solidFill>
                <a:latin typeface="Tahoma"/>
                <a:ea typeface="Tahoma"/>
                <a:cs typeface="Tahoma"/>
              </a:rPr>
              <a:t>[ ระบุ URL และวิธีเปิดเว็บ 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E597A-781E-494D-BC58-C2D4A271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479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C9CF8-41B3-4F0B-813A-68FA7AB7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38425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64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9364F"/>
                </a:solidFill>
                <a:latin typeface="Tahoma"/>
                <a:ea typeface="Tahoma"/>
                <a:cs typeface="Tahoma"/>
              </a:rPr>
              <a:t>[ ตรวจสอบสถานะ Station และ Raspberry Pi 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F53D3-B2D4-47F8-A114-330BD44D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385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1DA00-67ED-4A36-9B0A-FC145D25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29025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64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9364F"/>
                </a:solidFill>
                <a:latin typeface="Tahoma"/>
                <a:ea typeface="Tahoma"/>
                <a:cs typeface="Tahoma"/>
              </a:rPr>
              <a:t>[ อธิบายความหมายของสถานะที่พบ 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6144A-9507-48E9-A1AA-DBB64044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57850"/>
            <a:ext cx="3962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[ เพิ่มเงื่อนไขก่อนเริ่มวัด ]</a:t>
            </a:r>
          </a:p>
        </p:txBody>
      </p:sp>
    </p:spTree>
    <p:extLst>
      <p:ext uri="{BB962C8B-B14F-4D97-AF65-F5344CB8AC3E}">
        <p14:creationId xmlns:p14="http://schemas.microsoft.com/office/powerpoint/2010/main" val="18772506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B617BA-3E94-47CE-9E80-6984D8C1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4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AF702-11CF-4088-A7E7-20EDEE49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D4B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02D4B"/>
                </a:solidFill>
                <a:latin typeface="Tahoma"/>
                <a:ea typeface="Tahoma"/>
                <a:cs typeface="Tahoma"/>
              </a:rPr>
              <a:t>เตรียมข้อมูลชิ้นงาน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B151D-4C17-42BB-92D0-D5C5033F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715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5E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668F3-D8A3-49BD-8B47-38B35563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5C7488"/>
                </a:solidFill>
                <a:latin typeface="Tahoma"/>
                <a:ea typeface="Tahoma"/>
                <a:cs typeface="Tahoma"/>
              </a:rPr>
              <a:t>TM-X CONTROL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B8D97-DDCB-47A1-A213-6D8E7A00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C108A-53E2-4A6E-BDF6-E8A8FFFB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A3334-BBDA-4D2A-9A23-D22635E1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47825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64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9364F"/>
                </a:solidFill>
                <a:latin typeface="Tahoma"/>
                <a:ea typeface="Tahoma"/>
                <a:cs typeface="Tahoma"/>
              </a:rPr>
              <a:t>[ เลือก IPM / New / Rework 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CB2F2-4D1D-45AB-A7A3-4F81F30E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B56EE-2C1F-4202-AC37-BE17F480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38425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64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9364F"/>
                </a:solidFill>
                <a:latin typeface="Tahoma"/>
                <a:ea typeface="Tahoma"/>
                <a:cs typeface="Tahoma"/>
              </a:rPr>
              <a:t>[ กรอก Operator และข้อมูล ALPL 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504CC-5B33-499D-8978-AD9B8B42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39E15-9E31-4B7C-829C-E89CC3C2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29025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64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9364F"/>
                </a:solidFill>
                <a:latin typeface="Tahoma"/>
                <a:ea typeface="Tahoma"/>
                <a:cs typeface="Tahoma"/>
              </a:rPr>
              <a:t>[ ตรวจสอบคิว แล้วกด Save 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F26BEF-2228-4A27-9E76-FE199B8D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3962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[ เพิ่มตัวอย่างข้อมูลที่กรอกถูกต้อง 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0ABFA7-D728-4835-9BBB-67DA0749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81150"/>
            <a:ext cx="6591300" cy="412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B"/>
          </a:solidFill>
          <a:ln xmlns:a="http://schemas.openxmlformats.org/drawingml/2006/main" w="19050">
            <a:solidFill>
              <a:srgbClr val="BED5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91183A-FB4C-4B8C-B8A1-42DB8A64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9463"/>
            <a:ext cx="5981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[ วางภาพหน้าจอ: Part Entry ]</a:t>
            </a:r>
          </a:p>
        </p:txBody>
      </p:sp>
    </p:spTree>
    <p:extLst>
      <p:ext uri="{BB962C8B-B14F-4D97-AF65-F5344CB8AC3E}">
        <p14:creationId xmlns:p14="http://schemas.microsoft.com/office/powerpoint/2010/main" val="804744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4B7495-D7A4-4DE2-B5F0-FFB6FEED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4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71209-A3F0-4F5E-A647-52331526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D4B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02D4B"/>
                </a:solidFill>
                <a:latin typeface="Tahoma"/>
                <a:ea typeface="Tahoma"/>
                <a:cs typeface="Tahoma"/>
              </a:rPr>
              <a:t>เริ่มและหยุดการวัด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2E733-9496-4F35-BFC3-11B911E4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715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5E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FEEA8-1039-4BD0-A744-C940B9B9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5C7488"/>
                </a:solidFill>
                <a:latin typeface="Tahoma"/>
                <a:ea typeface="Tahoma"/>
                <a:cs typeface="Tahoma"/>
              </a:rPr>
              <a:t>TM-X CONTROL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3A3F6-56C9-46F9-A54A-2F760E03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14629-DD1E-47D9-98A6-66132DD4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6334125" cy="412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B"/>
          </a:solidFill>
          <a:ln xmlns:a="http://schemas.openxmlformats.org/drawingml/2006/main" w="19050">
            <a:solidFill>
              <a:srgbClr val="BED5E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E23AC-EFB4-42E6-BC49-EEED2EC6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9463"/>
            <a:ext cx="57245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[ วางภาพหน้าจอ: Session Control 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FDA5E-E689-4570-B2C3-607A741C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573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B1BCD-89AF-4B38-961C-5E098A83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47825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64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9364F"/>
                </a:solidFill>
                <a:latin typeface="Tahoma"/>
                <a:ea typeface="Tahoma"/>
                <a:cs typeface="Tahoma"/>
              </a:rPr>
              <a:t>[ ตรวจสอบข้อมูลคิวก่อนกด Start 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330A0-67DB-4BBC-8BEF-4B9ED20E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479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36A3A-DB88-4BD3-B8CA-8BE193F3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38425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64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9364F"/>
                </a:solidFill>
                <a:latin typeface="Tahoma"/>
                <a:ea typeface="Tahoma"/>
                <a:cs typeface="Tahoma"/>
              </a:rPr>
              <a:t>[ กด Start และดูสถานะ Running 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B6FF4-47BF-4076-A519-BD778F9D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385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9C7FB5-47F5-46FC-889B-C7FA1A59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29025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64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9364F"/>
                </a:solidFill>
                <a:latin typeface="Tahoma"/>
                <a:ea typeface="Tahoma"/>
                <a:cs typeface="Tahoma"/>
              </a:rPr>
              <a:t>[ กด Stop เมื่อสิ้นสุดงาน 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3A49A4-83F7-434F-84B1-B7424EAA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57850"/>
            <a:ext cx="3962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[ ระบุสิ่งที่เกิดขึ้นเมื่อหยุดกลางคัน ]</a:t>
            </a:r>
          </a:p>
        </p:txBody>
      </p:sp>
    </p:spTree>
    <p:extLst>
      <p:ext uri="{BB962C8B-B14F-4D97-AF65-F5344CB8AC3E}">
        <p14:creationId xmlns:p14="http://schemas.microsoft.com/office/powerpoint/2010/main" val="322421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ADFC4-1C3B-425E-B222-57203492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4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E6003-009A-4653-B97B-ED9C2E32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D4B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02D4B"/>
                </a:solidFill>
                <a:latin typeface="Tahoma"/>
                <a:ea typeface="Tahoma"/>
                <a:cs typeface="Tahoma"/>
              </a:rPr>
              <a:t>อ่านผลระหว่างวัด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08364-D3B3-4E69-BE0F-E25613B6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715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5E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5CCEA-41C7-4D07-B619-0B611807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5C7488"/>
                </a:solidFill>
                <a:latin typeface="Tahoma"/>
                <a:ea typeface="Tahoma"/>
                <a:cs typeface="Tahoma"/>
              </a:rPr>
              <a:t>TM-X CONTROL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3EA53-FD7F-41DF-B4BA-FF19879B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CDBA2-B2CE-418C-BC2D-F0533B7E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E8C3C-494B-4A69-887F-5C879667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47825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64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9364F"/>
                </a:solidFill>
                <a:latin typeface="Tahoma"/>
                <a:ea typeface="Tahoma"/>
                <a:cs typeface="Tahoma"/>
              </a:rPr>
              <a:t>[ อ่านค่า X / Y / Offset 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CBE481-3818-4744-846A-C34E884D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FB4DE-972E-4B80-BF22-85A7EF4A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38425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64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9364F"/>
                </a:solidFill>
                <a:latin typeface="Tahoma"/>
                <a:ea typeface="Tahoma"/>
                <a:cs typeface="Tahoma"/>
              </a:rPr>
              <a:t>[ ดูผล OK / NG และภาพล่าสุด 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53CA8-F593-4234-BA9C-1B1D2DB6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B2457F-2244-41F9-A391-421F5D96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29025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64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9364F"/>
                </a:solidFill>
                <a:latin typeface="Tahoma"/>
                <a:ea typeface="Tahoma"/>
                <a:cs typeface="Tahoma"/>
              </a:rPr>
              <a:t>[ ติดตาม Progress ของ Session 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60AE91-159C-4173-B1A8-67A41970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3962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[ เพิ่มเกณฑ์ตัดสินผลหรือภาพตัวอย่าง 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0D416-2AA4-47F9-BA1C-92E9F982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81150"/>
            <a:ext cx="6591300" cy="412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B"/>
          </a:solidFill>
          <a:ln xmlns:a="http://schemas.openxmlformats.org/drawingml/2006/main" w="19050">
            <a:solidFill>
              <a:srgbClr val="BED5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05BCF3-3729-4D35-9DF4-02624DEE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9463"/>
            <a:ext cx="5981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[ วางภาพหน้าจอ: Live Telemetry และ Camera Preview ]</a:t>
            </a:r>
          </a:p>
        </p:txBody>
      </p:sp>
    </p:spTree>
    <p:extLst>
      <p:ext uri="{BB962C8B-B14F-4D97-AF65-F5344CB8AC3E}">
        <p14:creationId xmlns:p14="http://schemas.microsoft.com/office/powerpoint/2010/main" val="5926674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079763-32A4-4E73-8991-DF014A94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4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EEF0D-1045-4C99-831F-2A1E5CEF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D4B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02D4B"/>
                </a:solidFill>
                <a:latin typeface="Tahoma"/>
                <a:ea typeface="Tahoma"/>
                <a:cs typeface="Tahoma"/>
              </a:rPr>
              <a:t>ค้นหาและดูผลย้อนหลัง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D6BF7-09E2-4F44-941C-7EABBC48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715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5E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FA287-664B-44B1-AEB3-3392CE68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5C7488"/>
                </a:solidFill>
                <a:latin typeface="Tahoma"/>
                <a:ea typeface="Tahoma"/>
                <a:cs typeface="Tahoma"/>
              </a:rPr>
              <a:t>TM-X CONTROL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3F36B-04B5-4701-B9D5-3DA8BA11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ECD4D-A66F-4298-8352-61B875A0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6334125" cy="412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B"/>
          </a:solidFill>
          <a:ln xmlns:a="http://schemas.openxmlformats.org/drawingml/2006/main" w="19050">
            <a:solidFill>
              <a:srgbClr val="BED5E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421BA-3C60-42CD-A572-7703384F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9463"/>
            <a:ext cx="57245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[ วางภาพหน้าจอ: ตาราง Measurements 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6AED2-77F5-4224-9A78-9D0B2431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573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6C5DE-0CAC-4AFF-B762-6654F139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47825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64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9364F"/>
                </a:solidFill>
                <a:latin typeface="Tahoma"/>
                <a:ea typeface="Tahoma"/>
                <a:cs typeface="Tahoma"/>
              </a:rPr>
              <a:t>[ ค้นหาด้วย ALPL หรือวันที่ 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2BB04-5B85-483E-9711-BF0F71BB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479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F433C-C5EE-4246-A5D3-DBA08F43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38425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64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9364F"/>
                </a:solidFill>
                <a:latin typeface="Tahoma"/>
                <a:ea typeface="Tahoma"/>
                <a:cs typeface="Tahoma"/>
              </a:rPr>
              <a:t>[ เปิดรายการเพื่อดูรายละเอียด 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61F8F-27E1-4CC5-853D-0142C2C3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385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BDED6D-8BB2-4BEC-B53B-497CAA09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29025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64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9364F"/>
                </a:solidFill>
                <a:latin typeface="Tahoma"/>
                <a:ea typeface="Tahoma"/>
                <a:cs typeface="Tahoma"/>
              </a:rPr>
              <a:t>[ ตรวจสอบข้อมูลและภาพประกอบ 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36B80-E4E5-4F32-8823-F0E10593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57850"/>
            <a:ext cx="3962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[ เพิ่มตัวอย่างการค้นหา ]</a:t>
            </a:r>
          </a:p>
        </p:txBody>
      </p:sp>
    </p:spTree>
    <p:extLst>
      <p:ext uri="{BB962C8B-B14F-4D97-AF65-F5344CB8AC3E}">
        <p14:creationId xmlns:p14="http://schemas.microsoft.com/office/powerpoint/2010/main" val="14348172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135F2-7E1A-4A24-8FA0-BA6E6B7F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4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80079-637C-4DDA-AEAD-85BE07B8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D4B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02D4B"/>
                </a:solidFill>
                <a:latin typeface="Tahoma"/>
                <a:ea typeface="Tahoma"/>
                <a:cs typeface="Tahoma"/>
              </a:rPr>
              <a:t>แก้ไขข้อมูล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2975C-2935-4275-BDDD-40CC974F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715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5E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95651-ED9A-4D19-909B-21119779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5C7488"/>
                </a:solidFill>
                <a:latin typeface="Tahoma"/>
                <a:ea typeface="Tahoma"/>
                <a:cs typeface="Tahoma"/>
              </a:rPr>
              <a:t>TM-X CONTROL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432F2-DB92-4E41-8DEF-F183202B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520B7-547D-42F6-B98F-C0CF2030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CB3A6-7456-4469-810C-AFEB52B9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47825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64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9364F"/>
                </a:solidFill>
                <a:latin typeface="Tahoma"/>
                <a:ea typeface="Tahoma"/>
                <a:cs typeface="Tahoma"/>
              </a:rPr>
              <a:t>[ เลือกตาราง Parts / Measurements 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D9F14-5226-447E-82ED-922DEC10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5D627-A8D2-4A26-8ADA-C713F4C0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38425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64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9364F"/>
                </a:solidFill>
                <a:latin typeface="Tahoma"/>
                <a:ea typeface="Tahoma"/>
                <a:cs typeface="Tahoma"/>
              </a:rPr>
              <a:t>[ เพิ่มหรือแก้ไขข้อมูลที่ต้องการ 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1B468-9BE2-4F60-B3F0-F7CFC48A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A9EBF-00A5-4B18-86E5-7A4FCDBB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29025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64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9364F"/>
                </a:solidFill>
                <a:latin typeface="Tahoma"/>
                <a:ea typeface="Tahoma"/>
                <a:cs typeface="Tahoma"/>
              </a:rPr>
              <a:t>[ ตรวจสอบผลหลังบันทึก 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06E9BC-03C2-402D-B5BD-828D9CC1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3962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[ ระบุสิทธิ์ผู้แก้ไขและข้อควรระวัง 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73F3E-5B35-4B1C-BF0C-8959BDD9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81150"/>
            <a:ext cx="6591300" cy="412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B"/>
          </a:solidFill>
          <a:ln xmlns:a="http://schemas.openxmlformats.org/drawingml/2006/main" w="19050">
            <a:solidFill>
              <a:srgbClr val="BED5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DCDFE-7600-4863-9AA0-E32F9983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9463"/>
            <a:ext cx="5981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[ วางภาพหน้าจอ: หน้า Edit ]</a:t>
            </a:r>
          </a:p>
        </p:txBody>
      </p:sp>
    </p:spTree>
    <p:extLst>
      <p:ext uri="{BB962C8B-B14F-4D97-AF65-F5344CB8AC3E}">
        <p14:creationId xmlns:p14="http://schemas.microsoft.com/office/powerpoint/2010/main" val="7822867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62B51-C6B7-4BBF-97EE-6E16F413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4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90E6E-267B-408E-A902-59AF1487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D4B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02D4B"/>
                </a:solidFill>
                <a:latin typeface="Tahoma"/>
                <a:ea typeface="Tahoma"/>
                <a:cs typeface="Tahoma"/>
              </a:rPr>
              <a:t>ส่งออกข้อมูล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398E4-76B4-44E2-B44B-B46A952E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715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5E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25E1D-7FEE-4024-80B2-B2585B5E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5C7488"/>
                </a:solidFill>
                <a:latin typeface="Tahoma"/>
                <a:ea typeface="Tahoma"/>
                <a:cs typeface="Tahoma"/>
              </a:rPr>
              <a:t>TM-X CONTROL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6A367-BC22-474C-94AB-CC621E76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72899-FB89-4475-A6DB-A4587838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6334125" cy="412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B"/>
          </a:solidFill>
          <a:ln xmlns:a="http://schemas.openxmlformats.org/drawingml/2006/main" w="19050">
            <a:solidFill>
              <a:srgbClr val="BED5E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8EA23-619F-4A81-B5AA-44D5C91D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9463"/>
            <a:ext cx="57245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[ วางภาพหน้าจอ: หน้า Export 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835D2A-19AB-4A8B-9DF5-B33F3EDE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573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4D96F-EBF4-4C6D-AD7F-AA09AAA5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47825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64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9364F"/>
                </a:solidFill>
                <a:latin typeface="Tahoma"/>
                <a:ea typeface="Tahoma"/>
                <a:cs typeface="Tahoma"/>
              </a:rPr>
              <a:t>[ เลือก CSV / PDF / Excel 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2CD09-8BD6-4AF7-8F06-C0CD9D9B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479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37AB1-1E32-4BE9-B61F-1C1216F2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38425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64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9364F"/>
                </a:solidFill>
                <a:latin typeface="Tahoma"/>
                <a:ea typeface="Tahoma"/>
                <a:cs typeface="Tahoma"/>
              </a:rPr>
              <a:t>[ เลือก Template และกรองข้อมูล 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226349-C234-4BD6-8D1D-4EC23FD4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385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16412-AA33-489C-BA40-83AD6FFE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29025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64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9364F"/>
                </a:solidFill>
                <a:latin typeface="Tahoma"/>
                <a:ea typeface="Tahoma"/>
                <a:cs typeface="Tahoma"/>
              </a:rPr>
              <a:t>[ ตรวจตัวอย่าง แล้วดาวน์โหลด 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A11BC-CF8E-467D-8AE3-F2DDFFDB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57850"/>
            <a:ext cx="3962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[ เพิ่มชื่อไฟล์และตำแหน่งจัดเก็บ ]</a:t>
            </a:r>
          </a:p>
        </p:txBody>
      </p:sp>
    </p:spTree>
    <p:extLst>
      <p:ext uri="{BB962C8B-B14F-4D97-AF65-F5344CB8AC3E}">
        <p14:creationId xmlns:p14="http://schemas.microsoft.com/office/powerpoint/2010/main" val="8531708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64BBC2-E2F8-44FD-BBAC-FC88DA13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4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7A500-654D-460C-8C63-3143CAF0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D4B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02D4B"/>
                </a:solidFill>
                <a:latin typeface="Tahoma"/>
                <a:ea typeface="Tahoma"/>
                <a:cs typeface="Tahoma"/>
              </a:rPr>
              <a:t>ปัญหาที่พบบ่อย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41B4D-375D-4D98-862D-B1083C3E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715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5E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AD2E7-4AED-4646-90F4-F2781B13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5C7488"/>
                </a:solidFill>
                <a:latin typeface="Tahoma"/>
                <a:ea typeface="Tahoma"/>
                <a:cs typeface="Tahoma"/>
              </a:rPr>
              <a:t>TM-X CONTROL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00A1B-44C3-492E-BF05-051AA63A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777FA-2D67-466B-88DE-7CB7595B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52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4F806-F8D9-4573-8242-C5A41231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85925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D4B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2D4B"/>
                </a:solidFill>
                <a:latin typeface="Tahoma"/>
                <a:ea typeface="Tahoma"/>
                <a:cs typeface="Tahoma"/>
              </a:rPr>
              <a:t>Raspberry Pi ไม่เชื่อมต่อ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1C6BD-D0C4-4E0B-AB30-7D866E28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85925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[ วิธีตรวจสอบและติดต่อผู้ดูแล 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8886C-C3D9-4D39-A06D-F8B2E973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829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5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B7B65-62C7-480F-A5E4-28D8770A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52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E0289-B7A7-4F1E-BC52-C405AABE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432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D4B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2D4B"/>
                </a:solidFill>
                <a:latin typeface="Tahoma"/>
                <a:ea typeface="Tahoma"/>
                <a:cs typeface="Tahoma"/>
              </a:rPr>
              <a:t>กด Start ไม่ได้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ADEFE-9D87-45D2-B6A6-DED59940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43200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[ ตรวจสอบข้อมูลคิวและสถานะระบบ 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904FA-CD63-4C9D-A292-D4B3C1C5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10829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5E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0A09D-81FE-430A-8E4E-3FC5C4E4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52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C2698-34DE-4D16-84A1-E8FD4862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00475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D4B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2D4B"/>
                </a:solidFill>
                <a:latin typeface="Tahoma"/>
                <a:ea typeface="Tahoma"/>
                <a:cs typeface="Tahoma"/>
              </a:rPr>
              <a:t>ไม่มีภาพหรือผลวัด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9A0020-BEEB-43C0-9E62-D645BC9B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00475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[ วิธีตรวจสอบเครื่องวัดและการรับข้อมูล 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B40697-ECC9-4F43-91D0-87FF2548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10829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5E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17EEDF-1AB1-4385-926D-803D5B3D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52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8D1E33-4397-44E6-831C-F6CC54FB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D4B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2D4B"/>
                </a:solidFill>
                <a:latin typeface="Tahoma"/>
                <a:ea typeface="Tahoma"/>
                <a:cs typeface="Tahoma"/>
              </a:rPr>
              <a:t>Export แล้วไม่มีข้อมูล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FF3644-5593-49C1-BC7D-22C1EC61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57750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[ ตรวจสอบตัวกรองและช่วงวันที่ ]</a:t>
            </a:r>
          </a:p>
        </p:txBody>
      </p:sp>
    </p:spTree>
    <p:extLst>
      <p:ext uri="{BB962C8B-B14F-4D97-AF65-F5344CB8AC3E}">
        <p14:creationId xmlns:p14="http://schemas.microsoft.com/office/powerpoint/2010/main" val="20488918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6089F-CC94-45B7-8CDE-69F1C813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4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46DAB-9446-4A33-A8F8-F004068D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D4B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02D4B"/>
                </a:solidFill>
                <a:latin typeface="Tahoma"/>
                <a:ea typeface="Tahoma"/>
                <a:cs typeface="Tahoma"/>
              </a:rPr>
              <a:t>คำศัพท์และผู้ติดต่อ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859B4-AD20-4377-8A44-3751C6F5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715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5E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DECFA-3114-47C9-9318-EA03043D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722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5C7488"/>
                </a:solidFill>
                <a:latin typeface="Tahoma"/>
                <a:ea typeface="Tahoma"/>
                <a:cs typeface="Tahoma"/>
              </a:rPr>
              <a:t>TM-X CONTROL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1AF6A-0B4B-4729-B3E6-868B853E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3590A-071D-4278-88DE-19F7BF0E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คำศัพท์ที่ใช้ในระบบ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12000-68FB-46E2-A1C8-7C222DAF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09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D4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D4B"/>
                </a:solidFill>
                <a:latin typeface="Tahoma"/>
                <a:ea typeface="Tahoma"/>
                <a:cs typeface="Tahoma"/>
              </a:rPr>
              <a:t>ALPL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8D4EB-433F-400A-9E64-EC9C7FA5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38375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[ ความหมาย 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13DE4F-B27D-4F6B-A894-FDC74A74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547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5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146735-ABC0-418E-B730-4572B82F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209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D4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D4B"/>
                </a:solidFill>
                <a:latin typeface="Tahoma"/>
                <a:ea typeface="Tahoma"/>
                <a:cs typeface="Tahoma"/>
              </a:rPr>
              <a:t>Session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32E80-F7AA-48F1-9E33-321690F7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019425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[ ความหมาย 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334C9C-2C7D-4258-8B31-484501BA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547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5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84D4E-4AE7-4927-9E51-2A7813BE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209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D4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D4B"/>
                </a:solidFill>
                <a:latin typeface="Tahoma"/>
                <a:ea typeface="Tahoma"/>
                <a:cs typeface="Tahoma"/>
              </a:rPr>
              <a:t>Tolerance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96D479-D4E1-4046-9FC1-96500754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00475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[ ความหมาย 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3894CC-08BE-42E3-9BDB-CE9E86C3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547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5E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2F79E4-16BD-4484-8483-9B10BB53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209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D4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D4B"/>
                </a:solidFill>
                <a:latin typeface="Tahoma"/>
                <a:ea typeface="Tahoma"/>
                <a:cs typeface="Tahoma"/>
              </a:rPr>
              <a:t>OK / 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DA28D-EA80-4733-89E4-02978C66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581525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[ ความหมาย 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8C0F69-BDBD-4399-8574-5C24B708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90675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5E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8000E9-569C-4DD8-958E-C9A0DD66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619250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84C7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784C7"/>
                </a:solidFill>
                <a:latin typeface="Tahoma"/>
                <a:ea typeface="Tahoma"/>
                <a:cs typeface="Tahoma"/>
              </a:rPr>
              <a:t>ผู้ดูแลระบบ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35D50D-F9A2-48FF-83A8-B6073F10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314575"/>
            <a:ext cx="406717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9364F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9364F"/>
                </a:solidFill>
                <a:latin typeface="Tahoma"/>
                <a:ea typeface="Tahoma"/>
                <a:cs typeface="Tahoma"/>
              </a:rPr>
              <a:t>ชื่อ: [ ระบุ ]</a:t>
            </a:r>
          </a:p>
          <a:p xmlns:a="http://schemas.openxmlformats.org/drawingml/2006/main">
            <a:pPr algn="l">
              <a:defRPr sz="1725" b="0">
                <a:solidFill>
                  <a:srgbClr val="19364F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9364F"/>
                </a:solidFill>
                <a:latin typeface="Tahoma"/>
                <a:ea typeface="Tahoma"/>
                <a:cs typeface="Tahoma"/>
              </a:rPr>
              <a:t>แผนก: [ ระบุ ]</a:t>
            </a:r>
          </a:p>
          <a:p xmlns:a="http://schemas.openxmlformats.org/drawingml/2006/main">
            <a:pPr algn="l">
              <a:defRPr sz="1725" b="0">
                <a:solidFill>
                  <a:srgbClr val="19364F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9364F"/>
                </a:solidFill>
                <a:latin typeface="Tahoma"/>
                <a:ea typeface="Tahoma"/>
                <a:cs typeface="Tahoma"/>
              </a:rPr>
              <a:t>โทรศัพท์ / อีเมล: [ ระบุ 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AD083E-B679-45B4-B5C4-6A101E06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9530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7488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C7488"/>
                </a:solidFill>
                <a:latin typeface="Tahoma"/>
                <a:ea typeface="Tahoma"/>
                <a:cs typeface="Tahoma"/>
              </a:rPr>
              <a:t>เอกสารอ้างอิง: [ ระบุ ]</a:t>
            </a:r>
          </a:p>
        </p:txBody>
      </p:sp>
    </p:spTree>
    <p:extLst>
      <p:ext uri="{BB962C8B-B14F-4D97-AF65-F5344CB8AC3E}">
        <p14:creationId xmlns:p14="http://schemas.microsoft.com/office/powerpoint/2010/main" val="12184627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2026-09-24T01:44:25.4340000Z</dcterms:created>
  <dcterms:modified xsi:type="dcterms:W3CDTF">2026-09-24T01:44:25.4340000Z</dcterms:modified>
</coreProperties>
</file>