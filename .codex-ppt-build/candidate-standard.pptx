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d458390244895" /><Relationship Type="http://schemas.openxmlformats.org/officeDocument/2006/relationships/extended-properties" Target="/docProps/app.xml" Id="R22dcb66c0f12448c" /><Relationship Type="http://schemas.openxmlformats.org/officeDocument/2006/relationships/officeDocument" Target="/ppt/presentation.xml" Id="Rc5b3a072766445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6ca8bb9bf4d2d"/>
  </p:sldMasterIdLst>
  <p:notesMasterIdLst>
    <p:notesMasterId xmlns:r="http://schemas.openxmlformats.org/officeDocument/2006/relationships" r:id="R6d436f324a244a75"/>
  </p:notesMasterIdLst>
  <p:sldIdLst>
    <p:sldId xmlns:r="http://schemas.openxmlformats.org/officeDocument/2006/relationships" id="256" r:id="Rae6d50da8a054f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d00e35758f4b24" /><Relationship Type="http://schemas.openxmlformats.org/officeDocument/2006/relationships/slideMaster" Target="/ppt/slideMasters/slideMaster1.xml" Id="R86d6ca8bb9bf4d2d" /><Relationship Type="http://schemas.openxmlformats.org/officeDocument/2006/relationships/notesMaster" Target="/ppt/notesMasters/notesMaster1.xml" Id="R6d436f324a244a75" /><Relationship Type="http://schemas.openxmlformats.org/officeDocument/2006/relationships/presProps" Target="/ppt/presProps.xml" Id="R67904550a30a45e8" /><Relationship Type="http://schemas.openxmlformats.org/officeDocument/2006/relationships/tableStyles" Target="/ppt/tableStyles.xml" Id="Rb3ec0a9980d74324" /><Relationship Type="http://schemas.openxmlformats.org/officeDocument/2006/relationships/slide" Target="/ppt/slides/slide1.xml" Id="Rae6d50da8a054f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a2f433d09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13c30cb2c454a" /><Relationship Type="http://schemas.openxmlformats.org/officeDocument/2006/relationships/notesMaster" Target="/ppt/notesMasters/notesMaster1.xml" Id="R09fcc28cc6834f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image supplied by the user. Values and wording follow that image; the logo and five icons are cropped from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241693bcc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a59faf55c4ed8" /><Relationship Type="http://schemas.openxmlformats.org/officeDocument/2006/relationships/slideLayout" Target="/ppt/slideLayouts/slideLayout1.xml" Id="Rc6759276572548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7592765725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8018238fb4bb4" /><Relationship Type="http://schemas.openxmlformats.org/officeDocument/2006/relationships/image" Target="/ppt/media/image.png" Id="Rcaf8ba0911a44508" /><Relationship Type="http://schemas.openxmlformats.org/officeDocument/2006/relationships/image" Target="/ppt/media/image2.png" Id="R2baa96bb6cec4eae" /><Relationship Type="http://schemas.openxmlformats.org/officeDocument/2006/relationships/image" Target="/ppt/media/image3.png" Id="R933e719e52634081" /><Relationship Type="http://schemas.openxmlformats.org/officeDocument/2006/relationships/image" Target="/ppt/media/image4.png" Id="Rff7f22308c914168" /><Relationship Type="http://schemas.openxmlformats.org/officeDocument/2006/relationships/image" Target="/ppt/media/image5.png" Id="R6389029ab2f14cd4" /><Relationship Type="http://schemas.openxmlformats.org/officeDocument/2006/relationships/image" Target="/ppt/media/image6.png" Id="R65f56cab86514f79" /><Relationship Type="http://schemas.openxmlformats.org/officeDocument/2006/relationships/notesSlide" Target="/ppt/notesSlides/notesSlide1.xml" Id="R0672a094f08b47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088098B-70B9-4C34-A4FA-E4806FA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43" y="378573"/>
            <a:ext cx="5110419" cy="53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327"/>
          </a:bodyPr>
          <a:lstStyle xmlns:a="http://schemas.openxmlformats.org/drawingml/2006/main"/>
          <a:p xmlns:a="http://schemas.openxmlformats.org/drawingml/2006/main">
            <a:pPr algn="l">
              <a:defRPr sz="3559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3559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Problem Statements</a:t>
            </a:r>
          </a:p>
        </p:txBody>
      </p:sp>
      <p:sp>
        <p:nvSpPr>
          <p:cNvPr id="2" name="Section heading">
            <a:extLst xmlns:a="http://schemas.openxmlformats.org/drawingml/2006/main">
              <a:ext uri="{FF2B5EF4-FFF2-40B4-BE49-F238E27FC236}">
                <a16:creationId xmlns:a16="http://schemas.microsoft.com/office/drawing/2014/main" id="{711C1596-439C-4DDA-B503-0E6327FB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43" y="1011955"/>
            <a:ext cx="6570539" cy="37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96" b="1">
                <a:solidFill>
                  <a:srgbClr val="0B6B31"/>
                </a:solidFill>
                <a:latin typeface="Arial"/>
                <a:ea typeface="Arial"/>
                <a:cs typeface="Arial"/>
              </a:defRPr>
            </a:pPr>
            <a:r>
              <a:rPr sz="2296" b="1">
                <a:solidFill>
                  <a:srgbClr val="0B6B31"/>
                </a:solidFill>
                <a:latin typeface="Arial"/>
                <a:ea typeface="Arial"/>
                <a:cs typeface="Arial"/>
              </a:rPr>
              <a:t>Data Management &amp;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F943A-6D7E-43E2-A7CD-D076E8B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43" y="1368688"/>
            <a:ext cx="10622371" cy="2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F7284"/>
                </a:solidFill>
                <a:latin typeface="Arial"/>
                <a:ea typeface="Arial"/>
                <a:cs typeface="Arial"/>
              </a:defRPr>
            </a:pPr>
            <a:r>
              <a:rPr sz="1550" b="0">
                <a:solidFill>
                  <a:srgbClr val="5F7284"/>
                </a:solidFill>
                <a:latin typeface="Arial"/>
                <a:ea typeface="Arial"/>
                <a:cs typeface="Arial"/>
              </a:rPr>
              <a:t>Current ALPL data collection using Excel is manual, unstandardized, and prone to human error.</a:t>
            </a:r>
          </a:p>
        </p:txBody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8ba0911a44508"/>
          <a:stretch xmlns:a="http://schemas.openxmlformats.org/drawingml/2006/main"/>
        </p:blipFill>
        <p:spPr>
          <a:xfrm xmlns:a="http://schemas.openxmlformats.org/drawingml/2006/main">
            <a:off x="10135611" y="320331"/>
            <a:ext cx="1703580" cy="502338"/>
          </a:xfrm>
          <a:prstGeom xmlns:a="http://schemas.openxmlformats.org/drawingml/2006/main" prst="rect">
            <a:avLst/>
          </a:prstGeom>
        </p:spPr>
      </p:pic>
      <p:sp>
        <p:nvSpPr>
          <p:cNvPr id="5" name="Problem 1 panel">
            <a:extLst xmlns:a="http://schemas.openxmlformats.org/drawingml/2006/main">
              <a:ext uri="{FF2B5EF4-FFF2-40B4-BE49-F238E27FC236}">
                <a16:creationId xmlns:a16="http://schemas.microsoft.com/office/drawing/2014/main" id="{1861F2C2-4591-4D19-9803-07681F6F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" y="1776382"/>
            <a:ext cx="5431646" cy="742586"/>
          </a:xfrm>
          <a:prstGeom xmlns:a="http://schemas.openxmlformats.org/drawingml/2006/main" prst="roundRect">
            <a:avLst>
              <a:gd name="adj" fmla="val 13745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a96bb6cec4eae"/>
          <a:stretch xmlns:a="http://schemas.openxmlformats.org/drawingml/2006/main"/>
        </p:blipFill>
        <p:spPr>
          <a:xfrm xmlns:a="http://schemas.openxmlformats.org/drawingml/2006/main">
            <a:off x="603047" y="1834624"/>
            <a:ext cx="567951" cy="57514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5C0D-B7E1-4060-9986-02FB6B5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1827344"/>
            <a:ext cx="4380359" cy="26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2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Records in separate Excel 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C4329-1E48-49EC-B8D3-1746244F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2082153"/>
            <a:ext cx="4416862" cy="407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Split by part size (e.g. HT9046, MX9046) with no standardized</a:t>
            </a:r>
          </a:p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format.</a:t>
            </a:r>
          </a:p>
        </p:txBody>
      </p:sp>
      <p:sp>
        <p:nvSpPr>
          <p:cNvPr id="9" name="Problem 2 panel">
            <a:extLst xmlns:a="http://schemas.openxmlformats.org/drawingml/2006/main">
              <a:ext uri="{FF2B5EF4-FFF2-40B4-BE49-F238E27FC236}">
                <a16:creationId xmlns:a16="http://schemas.microsoft.com/office/drawing/2014/main" id="{951ED219-B14B-4A1E-B28C-580FEC21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" y="2577210"/>
            <a:ext cx="5431646" cy="640662"/>
          </a:xfrm>
          <a:prstGeom xmlns:a="http://schemas.openxmlformats.org/drawingml/2006/main" prst="roundRect">
            <a:avLst>
              <a:gd name="adj" fmla="val 15931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e719e52634081"/>
          <a:stretch xmlns:a="http://schemas.openxmlformats.org/drawingml/2006/main"/>
        </p:blipFill>
        <p:spPr>
          <a:xfrm xmlns:a="http://schemas.openxmlformats.org/drawingml/2006/main">
            <a:off x="603047" y="2635452"/>
            <a:ext cx="567951" cy="57514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7E56F-71FB-4ADE-915E-7DB6FBC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2628172"/>
            <a:ext cx="4380359" cy="26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2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ALPL specifications are not centrally 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48C56-EBAF-4819-BAFE-6A52ACFD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2882981"/>
            <a:ext cx="4416862" cy="30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Need to search or ask operator at the PM Kit room.</a:t>
            </a:r>
          </a:p>
        </p:txBody>
      </p:sp>
      <p:sp>
        <p:nvSpPr>
          <p:cNvPr id="13" name="Problem 3 panel">
            <a:extLst xmlns:a="http://schemas.openxmlformats.org/drawingml/2006/main">
              <a:ext uri="{FF2B5EF4-FFF2-40B4-BE49-F238E27FC236}">
                <a16:creationId xmlns:a16="http://schemas.microsoft.com/office/drawing/2014/main" id="{40307546-CD34-47E0-B265-89661EB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" y="3290675"/>
            <a:ext cx="5431646" cy="633382"/>
          </a:xfrm>
          <a:prstGeom xmlns:a="http://schemas.openxmlformats.org/drawingml/2006/main" prst="roundRect">
            <a:avLst>
              <a:gd name="adj" fmla="val 16114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f22308c914168"/>
          <a:stretch xmlns:a="http://schemas.openxmlformats.org/drawingml/2006/main"/>
        </p:blipFill>
        <p:spPr>
          <a:xfrm xmlns:a="http://schemas.openxmlformats.org/drawingml/2006/main">
            <a:off x="603047" y="3348917"/>
            <a:ext cx="567951" cy="57514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F8603-084D-4C25-8CF6-B7749714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3341637"/>
            <a:ext cx="4380359" cy="26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2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Data access depends on 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1DFEF-5A79-49DA-AC24-185E6658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3596446"/>
            <a:ext cx="4416862" cy="298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No direct or immediate access.</a:t>
            </a:r>
          </a:p>
        </p:txBody>
      </p:sp>
      <p:sp>
        <p:nvSpPr>
          <p:cNvPr id="17" name="Problem 4 panel">
            <a:extLst xmlns:a="http://schemas.openxmlformats.org/drawingml/2006/main">
              <a:ext uri="{FF2B5EF4-FFF2-40B4-BE49-F238E27FC236}">
                <a16:creationId xmlns:a16="http://schemas.microsoft.com/office/drawing/2014/main" id="{DC38BDCF-BA36-48F6-B257-849F7E5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" y="3989580"/>
            <a:ext cx="5431646" cy="633382"/>
          </a:xfrm>
          <a:prstGeom xmlns:a="http://schemas.openxmlformats.org/drawingml/2006/main" prst="roundRect">
            <a:avLst>
              <a:gd name="adj" fmla="val 16114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9029ab2f14cd4"/>
          <a:stretch xmlns:a="http://schemas.openxmlformats.org/drawingml/2006/main"/>
        </p:blipFill>
        <p:spPr>
          <a:xfrm xmlns:a="http://schemas.openxmlformats.org/drawingml/2006/main">
            <a:off x="603047" y="4047822"/>
            <a:ext cx="567951" cy="57514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CAC7A-3A58-4525-8A07-0832C97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4040541"/>
            <a:ext cx="4380359" cy="26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2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No timestamp or operator identity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6E2FE-C824-4E60-BF1D-D9A1594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4295350"/>
            <a:ext cx="4416862" cy="298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When a result is questioned, root cause cannot be traced.</a:t>
            </a:r>
          </a:p>
        </p:txBody>
      </p:sp>
      <p:sp>
        <p:nvSpPr>
          <p:cNvPr id="21" name="Problem 5 panel">
            <a:extLst xmlns:a="http://schemas.openxmlformats.org/drawingml/2006/main">
              <a:ext uri="{FF2B5EF4-FFF2-40B4-BE49-F238E27FC236}">
                <a16:creationId xmlns:a16="http://schemas.microsoft.com/office/drawing/2014/main" id="{374926DE-B81F-4C3B-B770-80254C5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38" y="4688484"/>
            <a:ext cx="5431646" cy="662503"/>
          </a:xfrm>
          <a:prstGeom xmlns:a="http://schemas.openxmlformats.org/drawingml/2006/main" prst="roundRect">
            <a:avLst>
              <a:gd name="adj" fmla="val 15406"/>
            </a:avLst>
          </a:prstGeom>
          <a:solidFill xmlns:a="http://schemas.openxmlformats.org/drawingml/2006/main">
            <a:srgbClr val="FBF9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56cab86514f79"/>
          <a:stretch xmlns:a="http://schemas.openxmlformats.org/drawingml/2006/main"/>
        </p:blipFill>
        <p:spPr>
          <a:xfrm xmlns:a="http://schemas.openxmlformats.org/drawingml/2006/main">
            <a:off x="603047" y="4746726"/>
            <a:ext cx="567951" cy="57514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DF626-696B-4C1F-B264-7D69BFA3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4739446"/>
            <a:ext cx="4380359" cy="269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20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Manual recording causes frequent human 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BB4FF-EFCA-4D06-BA76-DB7190C4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917" y="4994255"/>
            <a:ext cx="4416862" cy="327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0437D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20437D"/>
                </a:solidFill>
                <a:latin typeface="Arial"/>
                <a:ea typeface="Arial"/>
                <a:cs typeface="Arial"/>
              </a:rPr>
              <a:t>Result entries do not always match the measured values.</a:t>
            </a:r>
          </a:p>
        </p:txBody>
      </p:sp>
      <p:sp>
        <p:nvSpPr>
          <p:cNvPr id="25" name="Error metric panel">
            <a:extLst xmlns:a="http://schemas.openxmlformats.org/drawingml/2006/main">
              <a:ext uri="{FF2B5EF4-FFF2-40B4-BE49-F238E27FC236}">
                <a16:creationId xmlns:a16="http://schemas.microsoft.com/office/drawing/2014/main" id="{1664D1C6-85A3-4AE0-BA58-E4D794E7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38" y="5431070"/>
            <a:ext cx="5424345" cy="1128439"/>
          </a:xfrm>
          <a:prstGeom xmlns:a="http://schemas.openxmlformats.org/drawingml/2006/main" prst="roundRect">
            <a:avLst>
              <a:gd name="adj" fmla="val 11629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F667D-5ED9-45E9-9EC0-FEA5892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9" y="5926127"/>
            <a:ext cx="131411" cy="2184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C727D-5285-496B-9393-3D9DFDC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74" y="5795083"/>
            <a:ext cx="131411" cy="349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F577F-8F27-4A86-BB26-1359F283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89" y="5664038"/>
            <a:ext cx="131411" cy="4804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5C746-E2F0-4E22-993F-B8442C7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26" y="5511153"/>
            <a:ext cx="4161341" cy="4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816"/>
          </a:bodyPr>
          <a:lstStyle xmlns:a="http://schemas.openxmlformats.org/drawingml/2006/main"/>
          <a:p xmlns:a="http://schemas.openxmlformats.org/drawingml/2006/main">
            <a:pPr algn="l">
              <a:defRPr sz="3157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3157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700 / 1,978 parts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DA63E-44FB-4B07-B577-EFA4C9F4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26" y="5962529"/>
            <a:ext cx="1168096" cy="313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711"/>
          </a:bodyPr>
          <a:lstStyle xmlns:a="http://schemas.openxmlformats.org/drawingml/2006/main"/>
          <a:p xmlns:a="http://schemas.openxmlformats.org/drawingml/2006/main">
            <a:pPr algn="l">
              <a:defRPr sz="2124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2124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35.39%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D4A1D-E00F-4A98-B7B1-0C78C3E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228" y="5991650"/>
            <a:ext cx="2993246" cy="283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80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780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incorrect Result entries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3400D-7272-473F-976A-120D504D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26" y="6311981"/>
            <a:ext cx="4044532" cy="18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3" b="0">
                <a:solidFill>
                  <a:srgbClr val="5F7284"/>
                </a:solidFill>
                <a:latin typeface="Arial"/>
                <a:ea typeface="Arial"/>
                <a:cs typeface="Arial"/>
              </a:defRPr>
            </a:pPr>
            <a:r>
              <a:rPr sz="1033" b="0">
                <a:solidFill>
                  <a:srgbClr val="5F7284"/>
                </a:solidFill>
                <a:latin typeface="Arial"/>
                <a:ea typeface="Arial"/>
                <a:cs typeface="Arial"/>
              </a:rPr>
              <a:t>Based on HT9046 / HT9046MX Excel log review</a:t>
            </a:r>
          </a:p>
        </p:txBody>
      </p:sp>
      <p:sp>
        <p:nvSpPr>
          <p:cNvPr id="33" name="Excel format panel">
            <a:extLst xmlns:a="http://schemas.openxmlformats.org/drawingml/2006/main">
              <a:ext uri="{FF2B5EF4-FFF2-40B4-BE49-F238E27FC236}">
                <a16:creationId xmlns:a16="http://schemas.microsoft.com/office/drawing/2014/main" id="{9DFBEF50-6718-4B2E-81A1-7940D8D5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699" y="1747261"/>
            <a:ext cx="5818577" cy="2657293"/>
          </a:xfrm>
          <a:prstGeom xmlns:a="http://schemas.openxmlformats.org/drawingml/2006/main" prst="roundRect">
            <a:avLst>
              <a:gd name="adj" fmla="val 6036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1D98CF-A8D4-4516-A17D-01F9D09C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03" y="1776382"/>
            <a:ext cx="350429" cy="349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08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0BF0B-3F00-4A9B-8028-9355731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503" y="1790943"/>
            <a:ext cx="350429" cy="313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2CA9E-A020-41EE-93C7-0221BBD3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146" y="1776382"/>
            <a:ext cx="2883737" cy="364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43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Unstandardized Excel Format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6B142F-269F-4A41-AF33-BAF5B54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895" y="1827344"/>
            <a:ext cx="1825150" cy="291210"/>
          </a:xfrm>
          <a:prstGeom xmlns:a="http://schemas.openxmlformats.org/drawingml/2006/main" prst="roundRect">
            <a:avLst>
              <a:gd name="adj" fmla="val 15021"/>
            </a:avLst>
          </a:prstGeom>
          <a:solidFill xmlns:a="http://schemas.openxmlformats.org/drawingml/2006/main">
            <a:srgbClr val="FA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FE1ADC-B902-42EC-8FD5-8BAE7F67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4704" y="1863745"/>
            <a:ext cx="1635334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3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33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Missing Column Headers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F0B913-38C6-42FE-A274-29820B20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205917"/>
            <a:ext cx="5373241" cy="158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90">
            <a:solidFill>
              <a:srgbClr val="D7DD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560289-A1EE-41A3-B72B-0978257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205917"/>
            <a:ext cx="226319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D319D-9502-4606-A803-1AB032A4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213197"/>
            <a:ext cx="226319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65BF0-808F-48B6-BDD6-39085589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2205917"/>
            <a:ext cx="686256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E78CDD-DECD-46C3-AD88-7EC19D4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2213197"/>
            <a:ext cx="68625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DE0ACC-BABC-4393-A873-28195D2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2205917"/>
            <a:ext cx="489140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D3BDDC-64DF-4981-B889-67BDD472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2213197"/>
            <a:ext cx="4891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E6556F-4BBC-4F37-941A-2C1D89E4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2205917"/>
            <a:ext cx="511042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E38D84-0FFA-4744-8FD6-E5CED07B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2213197"/>
            <a:ext cx="511042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664711-8E63-49DE-809C-AFF9BE7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2205917"/>
            <a:ext cx="985581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147456-5937-4281-A480-17A8F95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2213197"/>
            <a:ext cx="985581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725D30-FB15-406E-9A16-A6F39063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2205917"/>
            <a:ext cx="1350611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EA159D-0148-4CE6-986F-8F55BA2B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2213197"/>
            <a:ext cx="1350611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A94DBC-A1B3-439A-8913-235FC81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2205917"/>
            <a:ext cx="642453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5BAD2A-6BE5-4715-A737-9DFDAE4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2213197"/>
            <a:ext cx="642453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CEA52A-9B1E-475C-A3DD-DF04B7EB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2205917"/>
            <a:ext cx="481840" cy="196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4374">
            <a:solidFill>
              <a:srgbClr val="D7DD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6B5762-F7D5-453A-BB57-47143B2C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2213197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596575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596575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0FEC6D-F6EC-4E4E-8969-79A450E7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402484"/>
            <a:ext cx="226319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8BFDBA-44B9-4257-962C-86E86A7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2417045"/>
            <a:ext cx="197116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E3BD49-180D-457E-A588-471B3361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2402484"/>
            <a:ext cx="686256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5233FC-3B66-46B7-A849-D1F2B93C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2417045"/>
            <a:ext cx="657054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หมายเลข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BCD5FB-C7AA-4B5F-ABED-170FC7B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2402484"/>
            <a:ext cx="489140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D3C09E-FBEC-4D48-B59A-05A39E1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2417045"/>
            <a:ext cx="459938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C51D1D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C51D1D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17A3C3-6330-4D50-9B4D-BBA1D20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2402484"/>
            <a:ext cx="511042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7C28D3-5788-4FBA-9E64-F058D75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2417045"/>
            <a:ext cx="481840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C51D1D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C51D1D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0FD2C0-8610-40C5-A40F-AF039F74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2402484"/>
            <a:ext cx="985581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EE9D06-BF5D-4989-90A9-B15DDB4F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2417045"/>
            <a:ext cx="956378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46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746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X3.00-Y3.05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77E943-FE9F-4868-B9D5-65C79EE5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2402484"/>
            <a:ext cx="1350611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7E69EC-D32C-4BFD-AF1D-B31E8A31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2417045"/>
            <a:ext cx="1321408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93BD5B-DC8C-44EC-BC1F-997155F4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2402484"/>
            <a:ext cx="642453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5FE1BF-0158-4360-A442-8E545159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2417045"/>
            <a:ext cx="613250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572FD5-E4DE-446C-B492-E56F4BD7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2402484"/>
            <a:ext cx="481840" cy="232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274232-B761-481E-9C23-534BC01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2417045"/>
            <a:ext cx="452637" cy="203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43A580-3B0C-497C-ADF6-4BD57094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635452"/>
            <a:ext cx="226319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18443A-E3F2-4228-89C3-F6EC3CD4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2650013"/>
            <a:ext cx="19711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61FE28-6FDF-4217-A78D-EF08212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2635452"/>
            <a:ext cx="686256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B40DA8-DE20-4279-A3BA-ED23084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2650013"/>
            <a:ext cx="657054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3198AD-B107-4A57-854E-7E5885B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2635452"/>
            <a:ext cx="4891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255D67E-0CF8-4F1B-A0F5-42C47D3B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2650013"/>
            <a:ext cx="45993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66E8F8-4FFC-4DE3-B18A-4949734E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2635452"/>
            <a:ext cx="511042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D63A8B-F0C9-4557-9BAB-2ACCAC3C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2650013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3.097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3706A5-9576-4349-A2EF-AF0886B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2635452"/>
            <a:ext cx="98558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2F6E01B-F291-4DA7-AA67-800E06D4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2650013"/>
            <a:ext cx="95637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9C634F-D14B-415A-AD6C-13C8016D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2635452"/>
            <a:ext cx="135061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0D64BD7-0790-4A65-91A6-6833F56C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2650013"/>
            <a:ext cx="132140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2BF2782-5A07-4CDD-923A-170755B6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2635452"/>
            <a:ext cx="642453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00FDC66-CAF4-4AE8-BF67-08EE913C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2650013"/>
            <a:ext cx="61325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3E0356F-4116-44EC-A25A-DBD0EB7B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2635452"/>
            <a:ext cx="4818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C0FBAD-F859-4ADB-B8AD-B321967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2650013"/>
            <a:ext cx="452637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E083402-01C1-4D85-AFF0-AB343778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2846580"/>
            <a:ext cx="226319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3DD9E09-F04B-4C47-8EDC-0A22BF1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2861140"/>
            <a:ext cx="19711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579EC70-0638-48E7-8C7B-863CE99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2846580"/>
            <a:ext cx="686256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414800-6FBE-432E-A9DE-510488DB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2861140"/>
            <a:ext cx="657054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654517-0595-4FCA-BBBF-26EB5F8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2846580"/>
            <a:ext cx="4891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8DEDAFB-CB36-493B-BBF8-CDB85726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2861140"/>
            <a:ext cx="45993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3.076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8ABB8C9-D861-48A9-B666-8E95D660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2846580"/>
            <a:ext cx="511042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1E7348-A560-4420-B6EF-1A96A9CA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2861140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3.103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612C9C-1AB6-493B-BB77-823EB09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2846580"/>
            <a:ext cx="98558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2AC3172-2597-4591-8E13-71E716B6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2861140"/>
            <a:ext cx="95637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93652B-9823-4E33-9A62-53958903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2846580"/>
            <a:ext cx="135061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A07D97-5D57-440C-A1BE-70E7AE3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2861140"/>
            <a:ext cx="132140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0AB5BF-B3B5-46F1-99C5-F437F0A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2846580"/>
            <a:ext cx="642453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2AA09B-1592-4DD3-8750-2E5478C8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2861140"/>
            <a:ext cx="61325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EEB0E64-42E3-4C9D-BB3F-ADC4281F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2846580"/>
            <a:ext cx="4818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695DF0-882D-47DA-89B3-DF59F30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2861140"/>
            <a:ext cx="452637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7729377-B413-48F3-BC86-4D33DB6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3057707"/>
            <a:ext cx="226319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81C42E-D23C-432B-AC5E-8625D66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3072268"/>
            <a:ext cx="19711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A09D67D-4FA9-4818-A2D9-453DC621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3057707"/>
            <a:ext cx="686256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FE5DC5D-EA68-4D37-BC1F-B946999E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3072268"/>
            <a:ext cx="657054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CEB22B4-5548-47FF-B1A6-2338A9D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3057707"/>
            <a:ext cx="4891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A5C81FC-068C-4965-9674-BC4A9F5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3072268"/>
            <a:ext cx="45993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3.054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2F3B28-252C-4E73-820E-4343F45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3057707"/>
            <a:ext cx="511042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19C68D1-7302-4048-A354-93F1618D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3072268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3.068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82D0205-837F-490E-987B-3442D67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3057707"/>
            <a:ext cx="98558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2F4911C-43E3-44E9-B373-58B2AEF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3072268"/>
            <a:ext cx="95637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E46289A-E0FA-4929-82EE-8182771F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3057707"/>
            <a:ext cx="135061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FA871FB-7CB7-4716-BE98-A41867A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3072268"/>
            <a:ext cx="132140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BCBA7E-7E8A-4D52-9F3C-DFBD66E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3057707"/>
            <a:ext cx="642453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1EE811B-366A-4209-8665-5DDAD101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3072268"/>
            <a:ext cx="61325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5CA7020-4A84-4627-86B9-AC6F68BE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3057707"/>
            <a:ext cx="4818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205317-76D6-477B-9333-7A1255A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3072268"/>
            <a:ext cx="452637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94347C-5068-4D25-A402-FCD9EB49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3268834"/>
            <a:ext cx="226319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DD7C522-74A8-4BB5-98FA-1412511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3283395"/>
            <a:ext cx="19711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7F564FA-F3AC-4625-9C49-072462B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3268834"/>
            <a:ext cx="686256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24F1EFE-BAF2-4135-AC4B-8AFB4AD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3283395"/>
            <a:ext cx="657054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B90C56A-78FE-4D9B-868B-13C4D9A7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3268834"/>
            <a:ext cx="4891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1D0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9D1C3A-9EBF-49B4-9D89-85FF56C1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3283395"/>
            <a:ext cx="45993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138A26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138A26"/>
                </a:solidFill>
                <a:latin typeface="Arial"/>
                <a:ea typeface="Arial"/>
                <a:cs typeface="Arial"/>
              </a:rPr>
              <a:t>3.063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CB96EB9-F41B-4442-BDD4-0734B98D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3268834"/>
            <a:ext cx="511042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831D14-D2CF-4833-9392-F70AE55A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3283395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3.088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961D24-DD4A-4E37-BB41-50971A4B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3268834"/>
            <a:ext cx="98558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3C317C0-AAB7-4683-9C0A-B69372C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3283395"/>
            <a:ext cx="95637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BEA1687-4CFC-456C-B69A-92AEE32A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3268834"/>
            <a:ext cx="135061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855818F-614C-40F5-B23C-B6298D6C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3283395"/>
            <a:ext cx="132140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7D3F837-C800-4B9B-813D-57519738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3268834"/>
            <a:ext cx="642453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E9249DE-4F83-4987-905F-9FA27293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3283395"/>
            <a:ext cx="61325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308A58E-BA41-4BE3-94A6-3182ED5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3268834"/>
            <a:ext cx="4818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5CE02F6-CA38-4908-94A5-EF457E8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3283395"/>
            <a:ext cx="452637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5F28C7A-12CA-486E-999C-8555F12D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3479962"/>
            <a:ext cx="226319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00CED64-E109-4A54-95AA-BC6A517F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214" y="3494522"/>
            <a:ext cx="197116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D094D02-07E0-4FD7-9A63-ABD2C0CD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932" y="3479962"/>
            <a:ext cx="686256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6F6500-FFD8-41A6-9ACA-14CEED1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533" y="3494522"/>
            <a:ext cx="657054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E0E29FC-865A-49CD-84AC-EC010EFC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88" y="3479962"/>
            <a:ext cx="4891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2048E5F-5741-4C40-AF1D-EF21C8D2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789" y="3494522"/>
            <a:ext cx="45993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3.090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C3662B3-03D7-49A3-9FF7-CA6BC920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328" y="3479962"/>
            <a:ext cx="511042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0E1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154834D-5917-43D5-99C6-45947212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929" y="3494522"/>
            <a:ext cx="48184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D12323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D12323"/>
                </a:solidFill>
                <a:latin typeface="Arial"/>
                <a:ea typeface="Arial"/>
                <a:cs typeface="Arial"/>
              </a:rPr>
              <a:t>3.117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4F570AF-E6C5-4589-B2A6-3B6EFB9A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9370" y="3479962"/>
            <a:ext cx="98558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90AA158-3F42-476B-812E-838C99E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971" y="3494522"/>
            <a:ext cx="95637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B65A99E-32E8-426C-91DE-B83A943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951" y="3479962"/>
            <a:ext cx="1350611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E82A6DA-9E4D-4563-A4E0-F70E9FA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552" y="3494522"/>
            <a:ext cx="1321408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04" b="0">
                <a:solidFill>
                  <a:srgbClr val="4C535A"/>
                </a:solidFill>
                <a:latin typeface="Arial"/>
                <a:ea typeface="Arial"/>
                <a:cs typeface="Arial"/>
              </a:defRPr>
            </a:pPr>
            <a:r>
              <a:rPr sz="804" b="0">
                <a:solidFill>
                  <a:srgbClr val="4C535A"/>
                </a:solidFill>
                <a:latin typeface="Arial"/>
                <a:ea typeface="Arial"/>
                <a:cs typeface="Arial"/>
              </a:rPr>
              <a:t>SAWN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8A4F88E-58B4-421E-9CF2-5E685CBE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62" y="3479962"/>
            <a:ext cx="642453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66D4DBF-4E30-4416-826A-40EDD9DE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163" y="3494522"/>
            <a:ext cx="613250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50B9FB0-7490-4CEE-A928-D21B9EE2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14" y="3479962"/>
            <a:ext cx="481840" cy="211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103">
            <a:solidFill>
              <a:srgbClr val="C9CDD1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2971C3A-84BA-4189-A4C3-9ADCA71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2616" y="3494522"/>
            <a:ext cx="452637" cy="182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AFA7F5E-294B-4F6C-86F3-9F5C9264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637" y="2402484"/>
            <a:ext cx="470888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955">
            <a:solidFill>
              <a:srgbClr val="EC171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C4EC424-113E-4EF0-B438-D9D8BFC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3785732"/>
            <a:ext cx="5504651" cy="2548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1"/>
          </a:solidFill>
          <a:ln xmlns:a="http://schemas.openxmlformats.org/drawingml/2006/main" w="5103">
            <a:solidFill>
              <a:srgbClr val="D7DDE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0CE9F08-38D3-4FD6-989E-ACDCAA7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521" y="3800293"/>
            <a:ext cx="532944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33" b="0">
                <a:solidFill>
                  <a:srgbClr val="69737C"/>
                </a:solidFill>
                <a:latin typeface="Arial"/>
                <a:ea typeface="Arial"/>
                <a:cs typeface="Arial"/>
              </a:defRPr>
            </a:pPr>
            <a:r>
              <a:rPr sz="1033" b="0">
                <a:solidFill>
                  <a:srgbClr val="69737C"/>
                </a:solidFill>
                <a:latin typeface="Arial"/>
                <a:ea typeface="Arial"/>
                <a:cs typeface="Arial"/>
              </a:rPr>
              <a:t>‹   ›   ···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8EDC9AC-AF65-4D45-A43B-2BC8FD9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465" y="3800293"/>
            <a:ext cx="1562328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1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861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Dual AE04 3.5x3.75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EE6C2EC-B272-4D30-B7E9-DE24BE4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92" y="3800293"/>
            <a:ext cx="890673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1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861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HT 6X6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9CE0F77-AA38-4346-B41B-42DA1466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865" y="3800293"/>
            <a:ext cx="1007483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1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861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HT 6X6 DEMPLE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6717F7E-CC42-400D-9A21-78D4B09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347" y="3800293"/>
            <a:ext cx="1387114" cy="21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1" b="0">
                <a:solidFill>
                  <a:srgbClr val="253647"/>
                </a:solidFill>
                <a:latin typeface="Arial"/>
                <a:ea typeface="Arial"/>
                <a:cs typeface="Arial"/>
              </a:defRPr>
            </a:pPr>
            <a:r>
              <a:rPr sz="861" b="0">
                <a:solidFill>
                  <a:srgbClr val="253647"/>
                </a:solidFill>
                <a:latin typeface="Arial"/>
                <a:ea typeface="Arial"/>
                <a:cs typeface="Arial"/>
              </a:rPr>
              <a:t>ALPL HT DUAL 3.5X3.75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03E392B-0577-471F-B9B6-E0D443B2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3" y="3785732"/>
            <a:ext cx="5504651" cy="254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039">
            <a:solidFill>
              <a:srgbClr val="EC1717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3E19058-2206-44EE-82EE-BC71031B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701" y="4098783"/>
            <a:ext cx="3241466" cy="269369"/>
          </a:xfrm>
          <a:prstGeom xmlns:a="http://schemas.openxmlformats.org/drawingml/2006/main" prst="roundRect">
            <a:avLst>
              <a:gd name="adj" fmla="val 16239"/>
            </a:avLst>
          </a:prstGeom>
          <a:solidFill xmlns:a="http://schemas.openxmlformats.org/drawingml/2006/main">
            <a:srgbClr val="FAD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CC1566-1B41-4F97-8BE6-95F2278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308" y="4135185"/>
            <a:ext cx="3066251" cy="19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865"/>
          </a:bodyPr>
          <a:lstStyle xmlns:a="http://schemas.openxmlformats.org/drawingml/2006/main"/>
          <a:p xmlns:a="http://schemas.openxmlformats.org/drawingml/2006/main">
            <a:pPr algn="l">
              <a:defRPr sz="976" b="1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976" b="1">
                <a:solidFill>
                  <a:srgbClr val="B90000"/>
                </a:solidFill>
                <a:latin typeface="Arial"/>
                <a:ea typeface="Arial"/>
                <a:cs typeface="Arial"/>
              </a:rPr>
              <a:t>Inconsistent Sheet Naming (No Standardized Format)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2B4B1A1-E520-4A9B-A7A8-A32E7B08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42065" y="2118554"/>
            <a:ext cx="0" cy="240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81">
            <a:solidFill>
              <a:srgbClr val="B90000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B184751-C5E0-4FD2-8308-EF655FFF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498261" y="2329682"/>
            <a:ext cx="87607" cy="873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7B80698-0B14-4888-A39B-5C74D9A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37284" y="4040541"/>
            <a:ext cx="0" cy="203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81">
            <a:solidFill>
              <a:srgbClr val="B90000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74CAC7F-699F-4E30-AA09-0B7D129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37284" y="4244389"/>
            <a:ext cx="1533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81">
            <a:solidFill>
              <a:srgbClr val="B90000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698F645-D4B1-479F-A25C-CE1A6FC1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61394" y="4200707"/>
            <a:ext cx="94908" cy="9464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167" name="Result entries panel">
            <a:extLst xmlns:a="http://schemas.openxmlformats.org/drawingml/2006/main">
              <a:ext uri="{FF2B5EF4-FFF2-40B4-BE49-F238E27FC236}">
                <a16:creationId xmlns:a16="http://schemas.microsoft.com/office/drawing/2014/main" id="{01ABC35C-51F6-4831-B810-EDE1CB02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8699" y="4462796"/>
            <a:ext cx="5818577" cy="2074873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F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F04CC2D-5135-40DF-BF4A-CC1214EF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804" y="4477357"/>
            <a:ext cx="372331" cy="371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08D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8175442-1AFD-4A29-9CD4-F6F16A6D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804" y="4499197"/>
            <a:ext cx="372331" cy="320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E472B0B-D095-4F00-8BE2-C4EBF495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048" y="4499197"/>
            <a:ext cx="3358275" cy="313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35" b="1">
                <a:solidFill>
                  <a:srgbClr val="092B6C"/>
                </a:solidFill>
                <a:latin typeface="Arial"/>
                <a:ea typeface="Arial"/>
                <a:cs typeface="Arial"/>
              </a:defRPr>
            </a:pPr>
            <a:r>
              <a:rPr sz="1435" b="1">
                <a:solidFill>
                  <a:srgbClr val="092B6C"/>
                </a:solidFill>
                <a:latin typeface="Arial"/>
                <a:ea typeface="Arial"/>
                <a:cs typeface="Arial"/>
              </a:rPr>
              <a:t>Inconsistent Result Entries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C2DEBF3-62BC-4415-BCDE-5366FF1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4914172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791FA30-F660-4B34-A1E0-2CCC204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4921452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4.050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B0A568A-418D-4700-B03A-6CEE0766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4914172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7CF2E8F-3D1B-47B6-8B76-DF65857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4921452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4.036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6E0E971-F947-4FC4-904F-AA3A48B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4914172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5BCDA6E-7A31-4219-9CC9-7647B6A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4921452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8DDE325-9564-428B-9628-7417E4B2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5161701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25946C8-CB8B-4FF9-BB3A-B1EE3B9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5168981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4.049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9120897-C573-4896-AB15-A8B16C9C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5161701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20CF488-E343-405C-8C95-08973B22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5168981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4.056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0F79BC10-8E9D-4466-8A72-6CC8E2E3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5161701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881F9E7-8666-4581-B800-5D85245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5168981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4DE9730-5EA5-422F-AC04-AAEC9C2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5409229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D684DBA-687B-443A-9339-EA80BBA6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5416510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4.044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7F6893D-D07A-4CAC-A1C9-D8E98ADA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5409229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08F9033-014F-45C3-AD92-B3761F5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5416510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4.049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91CF627-FA38-4697-9A25-15A418F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5409229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4EA3C7C-90EB-4983-B028-6A1DB940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5416510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5BE5AB5-A809-4BED-AD8F-6B2E9D48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5656758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08DB25F-B38F-4D45-AF6E-0916F5F4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5664038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4.133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0668072-1F7B-42D9-BCBC-FC57F7D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5656758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AF48E4F-FDD0-46A3-8AC5-88FC4B49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5664038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4.160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EFA93FBB-4AA1-42C7-A487-7C5BB453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5656758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DF4D088-5940-4C6D-9B37-F4AB4522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5664038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4B2A9E07-4FEF-41BE-9C20-F90EB6EA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5904287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D27EFC3-6225-4978-BABB-95B67BF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5911567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4.152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7B20BA3-ABD2-4EE8-89D4-8B5D7D61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5904287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BCD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B8043A9-76B3-41AD-B2CF-50086DE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5911567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BA0000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BA0000"/>
                </a:solidFill>
                <a:latin typeface="Arial"/>
                <a:ea typeface="Arial"/>
                <a:cs typeface="Arial"/>
              </a:rPr>
              <a:t>4.167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7CE67DF-531D-4987-9B5D-2FE23F2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5904287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9D1C547-DEC3-4AB8-980D-05F9C67A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5911567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56DCA1B-BD3F-47BC-9FCD-62335E7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6151815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5192089-E4CA-4C23-9E7D-5B7EBBCE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429" y="6159096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4.057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A005998-2701-4EDF-A7D2-803904BA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97" y="6151815"/>
            <a:ext cx="854170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F3D1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954CC0C-C608-4A00-B0D3-DD38EF1C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99" y="6159096"/>
            <a:ext cx="810366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008029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008029"/>
                </a:solidFill>
                <a:latin typeface="Arial"/>
                <a:ea typeface="Arial"/>
                <a:cs typeface="Arial"/>
              </a:rPr>
              <a:t>4.060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94439CD-692C-4CC1-A74B-7DA6D09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67" y="6151815"/>
            <a:ext cx="1438218" cy="2475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468">
            <a:solidFill>
              <a:srgbClr val="252B2F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17996530-D5C5-4665-8449-D58559D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769" y="6159096"/>
            <a:ext cx="1394414" cy="232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6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6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B82977E-EEEC-4D90-8731-02B3261F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5161701"/>
            <a:ext cx="3146558" cy="24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226">
            <a:solidFill>
              <a:srgbClr val="EA1010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B8BE2D3-DCE9-402F-9E98-B192E6F3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4527" y="6151815"/>
            <a:ext cx="3146558" cy="247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8226">
            <a:solidFill>
              <a:srgbClr val="EA1010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73B2D13-BAF3-4363-ADDA-2DCC9FC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19" y="4921452"/>
            <a:ext cx="1715641" cy="582420"/>
          </a:xfrm>
          <a:prstGeom xmlns:a="http://schemas.openxmlformats.org/drawingml/2006/main" prst="roundRect">
            <a:avLst>
              <a:gd name="adj" fmla="val 8762"/>
            </a:avLst>
          </a:prstGeom>
          <a:solidFill xmlns:a="http://schemas.openxmlformats.org/drawingml/2006/main">
            <a:srgbClr val="FAD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4DC4A5C-5712-4B1C-8159-306A937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30" y="4979694"/>
            <a:ext cx="1533126" cy="473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70"/>
          </a:bodyPr>
          <a:lstStyle xmlns:a="http://schemas.openxmlformats.org/drawingml/2006/main"/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Result recorded as FAIL</a:t>
            </a:r>
          </a:p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even though the value</a:t>
            </a:r>
          </a:p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is within range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D7F9241-FBB9-4F95-ACD7-D70900D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219" y="5816924"/>
            <a:ext cx="1715641" cy="589701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AD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75919092-F9C2-461E-BCB2-BA7F4CB4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30" y="5875166"/>
            <a:ext cx="1533126" cy="473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70"/>
          </a:bodyPr>
          <a:lstStyle xmlns:a="http://schemas.openxmlformats.org/drawingml/2006/main"/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Result recorded as FAIL</a:t>
            </a:r>
          </a:p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even though the value</a:t>
            </a:r>
          </a:p>
          <a:p xmlns:a="http://schemas.openxmlformats.org/drawingml/2006/main">
            <a:pPr algn="l">
              <a:defRPr sz="1091" b="0">
                <a:solidFill>
                  <a:srgbClr val="B90000"/>
                </a:solidFill>
                <a:latin typeface="Arial"/>
                <a:ea typeface="Arial"/>
                <a:cs typeface="Arial"/>
              </a:defRPr>
            </a:pPr>
            <a:r>
              <a:rPr sz="1091" b="0">
                <a:solidFill>
                  <a:srgbClr val="B90000"/>
                </a:solidFill>
                <a:latin typeface="Arial"/>
                <a:ea typeface="Arial"/>
                <a:cs typeface="Arial"/>
              </a:rPr>
              <a:t>is within range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36C6AB6-BD71-43B5-8BDC-CC02994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36790" y="5190822"/>
            <a:ext cx="343128" cy="873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81">
            <a:solidFill>
              <a:srgbClr val="B90000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BD858EB-A217-4250-8547-F5F8547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578386" y="5234503"/>
            <a:ext cx="94908" cy="9464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D291373-C95A-4578-A2EE-2665CDCE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636790" y="6093573"/>
            <a:ext cx="343128" cy="1237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81">
            <a:solidFill>
              <a:srgbClr val="B90000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9A89DC3-17EE-4359-959A-6BC99E2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578386" y="6173656"/>
            <a:ext cx="94908" cy="9464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0000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DFB75FF-3D8E-4992-B64F-DCC20CEC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3274"/>
            <a:ext cx="12192000" cy="174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4A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0415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2026-09-28T17:12:02.6110000Z</dcterms:created>
  <dcterms:modified xsi:type="dcterms:W3CDTF">2026-09-28T17:12:02.6110000Z</dcterms:modified>
</coreProperties>
</file>