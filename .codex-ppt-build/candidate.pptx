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d1f82acfc4b6f" /><Relationship Type="http://schemas.openxmlformats.org/officeDocument/2006/relationships/extended-properties" Target="/docProps/app.xml" Id="Re8fa4fe983d8435f" /><Relationship Type="http://schemas.openxmlformats.org/officeDocument/2006/relationships/officeDocument" Target="/ppt/presentation.xml" Id="R741fb01513f2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0c050920284612"/>
  </p:sldMasterIdLst>
  <p:notesMasterIdLst>
    <p:notesMasterId xmlns:r="http://schemas.openxmlformats.org/officeDocument/2006/relationships" r:id="R73fb9a469f394758"/>
  </p:notesMasterIdLst>
  <p:sldIdLst>
    <p:sldId xmlns:r="http://schemas.openxmlformats.org/officeDocument/2006/relationships" id="256" r:id="R138e9331bc6b427c"/>
  </p:sldIdLst>
  <p:sldSz cx="15906750" cy="897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45223f55cc4091" /><Relationship Type="http://schemas.openxmlformats.org/officeDocument/2006/relationships/slideMaster" Target="/ppt/slideMasters/slideMaster1.xml" Id="Re20c050920284612" /><Relationship Type="http://schemas.openxmlformats.org/officeDocument/2006/relationships/notesMaster" Target="/ppt/notesMasters/notesMaster1.xml" Id="R73fb9a469f394758" /><Relationship Type="http://schemas.openxmlformats.org/officeDocument/2006/relationships/presProps" Target="/ppt/presProps.xml" Id="R6a81b114012542eb" /><Relationship Type="http://schemas.openxmlformats.org/officeDocument/2006/relationships/tableStyles" Target="/ppt/tableStyles.xml" Id="R5b9b214647354fa2" /><Relationship Type="http://schemas.openxmlformats.org/officeDocument/2006/relationships/slide" Target="/ppt/slides/slide1.xml" Id="R138e9331bc6b42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5f638e55d942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cca81eb3c14fed" /><Relationship Type="http://schemas.openxmlformats.org/officeDocument/2006/relationships/notesMaster" Target="/ppt/notesMasters/notesMaster1.xml" Id="Re2ab932532e340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image supplied by the user. Values and wording follow that image; the logo and five icons are cropped from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3cdb187484e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0f402cfcf4ed1" /><Relationship Type="http://schemas.openxmlformats.org/officeDocument/2006/relationships/slideLayout" Target="/ppt/slideLayouts/slideLayout1.xml" Id="Rd881c1972a74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1c1972a74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1e7fb417b4554" /><Relationship Type="http://schemas.openxmlformats.org/officeDocument/2006/relationships/image" Target="/ppt/media/image.png" Id="R8e08796423614bcb" /><Relationship Type="http://schemas.openxmlformats.org/officeDocument/2006/relationships/image" Target="/ppt/media/image2.png" Id="Rbba0c52c607c4b08" /><Relationship Type="http://schemas.openxmlformats.org/officeDocument/2006/relationships/image" Target="/ppt/media/image3.png" Id="Rd9f86134b0df43ad" /><Relationship Type="http://schemas.openxmlformats.org/officeDocument/2006/relationships/image" Target="/ppt/media/image4.png" Id="R2b45ff460d604c28" /><Relationship Type="http://schemas.openxmlformats.org/officeDocument/2006/relationships/image" Target="/ppt/media/image5.png" Id="Rd507cfde61e34330" /><Relationship Type="http://schemas.openxmlformats.org/officeDocument/2006/relationships/image" Target="/ppt/media/image6.png" Id="R1a6232045bc546d5" /><Relationship Type="http://schemas.openxmlformats.org/officeDocument/2006/relationships/notesSlide" Target="/ppt/notesSlides/notesSlide1.xml" Id="R8ca3d41de9b24c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2209848-60A8-4BAC-86D5-574B0A1E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Problem Statements</a:t>
            </a:r>
          </a:p>
        </p:txBody>
      </p:sp>
      <p:sp>
        <p:nvSpPr>
          <p:cNvPr id="2" name="Section heading">
            <a:extLst xmlns:a="http://schemas.openxmlformats.org/drawingml/2006/main">
              <a:ext uri="{FF2B5EF4-FFF2-40B4-BE49-F238E27FC236}">
                <a16:creationId xmlns:a16="http://schemas.microsoft.com/office/drawing/2014/main" id="{80EC8BAF-085E-4F15-87A5-56E12A7B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6B3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6B31"/>
                </a:solidFill>
                <a:latin typeface="Arial"/>
                <a:ea typeface="Arial"/>
                <a:cs typeface="Arial"/>
              </a:rPr>
              <a:t>Data Management &amp;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24FF8-F8D9-4C14-A7A8-3B868CE8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385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728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7284"/>
                </a:solidFill>
                <a:latin typeface="Arial"/>
                <a:ea typeface="Arial"/>
                <a:cs typeface="Arial"/>
              </a:rPr>
              <a:t>Current ALPL data collection using Excel is manual, unstandardized, and prone to human error.</a:t>
            </a:r>
          </a:p>
        </p:txBody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8796423614bcb"/>
          <a:stretch xmlns:a="http://schemas.openxmlformats.org/drawingml/2006/main"/>
        </p:blipFill>
        <p:spPr>
          <a:xfrm xmlns:a="http://schemas.openxmlformats.org/drawingml/2006/main">
            <a:off x="13220700" y="419100"/>
            <a:ext cx="2228850" cy="657225"/>
          </a:xfrm>
          <a:prstGeom xmlns:a="http://schemas.openxmlformats.org/drawingml/2006/main" prst="rect">
            <a:avLst/>
          </a:prstGeom>
        </p:spPr>
      </p:pic>
      <p:sp>
        <p:nvSpPr>
          <p:cNvPr id="5" name="Problem 1 panel">
            <a:extLst xmlns:a="http://schemas.openxmlformats.org/drawingml/2006/main">
              <a:ext uri="{FF2B5EF4-FFF2-40B4-BE49-F238E27FC236}">
                <a16:creationId xmlns:a16="http://schemas.microsoft.com/office/drawing/2014/main" id="{11BA27D3-1B6E-4F1F-9120-BA286196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24100"/>
            <a:ext cx="70866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0c52c607c4b08"/>
          <a:stretch xmlns:a="http://schemas.openxmlformats.org/drawingml/2006/main"/>
        </p:blipFill>
        <p:spPr>
          <a:xfrm xmlns:a="http://schemas.openxmlformats.org/drawingml/2006/main">
            <a:off x="785753" y="2400300"/>
            <a:ext cx="743069" cy="7524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CDBAB-8E52-4DF2-9E9C-4EBE7BAE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9077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Records in separate Excel sheets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96F22-D90C-4418-B0B4-50AF2275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24150"/>
            <a:ext cx="576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Split by part size (e.g. HT9046, MX9046) with no standardized</a:t>
            </a:r>
          </a:p>
          <a:p xmlns:a="http://schemas.openxmlformats.org/drawingml/2006/main">
            <a:pPr algn="l">
              <a:defRPr sz="1500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format.</a:t>
            </a:r>
          </a:p>
        </p:txBody>
      </p:sp>
      <p:sp>
        <p:nvSpPr>
          <p:cNvPr id="9" name="Problem 2 panel">
            <a:extLst xmlns:a="http://schemas.openxmlformats.org/drawingml/2006/main">
              <a:ext uri="{FF2B5EF4-FFF2-40B4-BE49-F238E27FC236}">
                <a16:creationId xmlns:a16="http://schemas.microsoft.com/office/drawing/2014/main" id="{C66D0A7B-2486-40BD-A6AB-CF528263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71850"/>
            <a:ext cx="70866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86134b0df43ad"/>
          <a:stretch xmlns:a="http://schemas.openxmlformats.org/drawingml/2006/main"/>
        </p:blipFill>
        <p:spPr>
          <a:xfrm xmlns:a="http://schemas.openxmlformats.org/drawingml/2006/main">
            <a:off x="785753" y="3448050"/>
            <a:ext cx="743069" cy="7524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027AF-D2A3-4395-9BBE-A36110D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3852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ALPL specifications are not centrally 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837B1-5E81-4CC7-91E5-4230140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Need to search or ask operator at the PM Kit room.</a:t>
            </a:r>
          </a:p>
        </p:txBody>
      </p:sp>
      <p:sp>
        <p:nvSpPr>
          <p:cNvPr id="13" name="Problem 3 panel">
            <a:extLst xmlns:a="http://schemas.openxmlformats.org/drawingml/2006/main">
              <a:ext uri="{FF2B5EF4-FFF2-40B4-BE49-F238E27FC236}">
                <a16:creationId xmlns:a16="http://schemas.microsoft.com/office/drawing/2014/main" id="{C7792924-1F73-4F73-8669-8509B4E4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05300"/>
            <a:ext cx="708660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5ff460d604c28"/>
          <a:stretch xmlns:a="http://schemas.openxmlformats.org/drawingml/2006/main"/>
        </p:blipFill>
        <p:spPr>
          <a:xfrm xmlns:a="http://schemas.openxmlformats.org/drawingml/2006/main">
            <a:off x="785753" y="4381500"/>
            <a:ext cx="743069" cy="7524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DDCA-A563-4B2D-A711-49E109C1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7197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Data access depends on 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B9405-BC02-4AB9-AD09-84815B07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05350"/>
            <a:ext cx="576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No direct or immediate access.</a:t>
            </a:r>
          </a:p>
        </p:txBody>
      </p:sp>
      <p:sp>
        <p:nvSpPr>
          <p:cNvPr id="17" name="Problem 4 panel">
            <a:extLst xmlns:a="http://schemas.openxmlformats.org/drawingml/2006/main">
              <a:ext uri="{FF2B5EF4-FFF2-40B4-BE49-F238E27FC236}">
                <a16:creationId xmlns:a16="http://schemas.microsoft.com/office/drawing/2014/main" id="{9B2BDC75-3302-4749-A6D2-A5BDA932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708660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7cfde61e34330"/>
          <a:stretch xmlns:a="http://schemas.openxmlformats.org/drawingml/2006/main"/>
        </p:blipFill>
        <p:spPr>
          <a:xfrm xmlns:a="http://schemas.openxmlformats.org/drawingml/2006/main">
            <a:off x="785753" y="5295900"/>
            <a:ext cx="743069" cy="7524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9FAA2-AE5B-47ED-AEDC-1F69BADA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8637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No timestamp or operator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CB830-48AC-4985-BE76-5AC21B0D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19750"/>
            <a:ext cx="576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When a result is questioned, root cause cannot be traced.</a:t>
            </a:r>
          </a:p>
        </p:txBody>
      </p:sp>
      <p:sp>
        <p:nvSpPr>
          <p:cNvPr id="21" name="Problem 5 panel">
            <a:extLst xmlns:a="http://schemas.openxmlformats.org/drawingml/2006/main">
              <a:ext uri="{FF2B5EF4-FFF2-40B4-BE49-F238E27FC236}">
                <a16:creationId xmlns:a16="http://schemas.microsoft.com/office/drawing/2014/main" id="{6E640322-8847-4DC0-BA1C-09DC7D43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134100"/>
            <a:ext cx="7086600" cy="8667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232045bc546d5"/>
          <a:stretch xmlns:a="http://schemas.openxmlformats.org/drawingml/2006/main"/>
        </p:blipFill>
        <p:spPr>
          <a:xfrm xmlns:a="http://schemas.openxmlformats.org/drawingml/2006/main">
            <a:off x="785753" y="6210300"/>
            <a:ext cx="743069" cy="7524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EE9CD-D7EC-4B5E-A489-695F12C0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0077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Manual recording causes frequent human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D7902-EA8C-418C-BE5E-7608E176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534150"/>
            <a:ext cx="576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Result entries do not always match the measured values.</a:t>
            </a:r>
          </a:p>
        </p:txBody>
      </p:sp>
      <p:sp>
        <p:nvSpPr>
          <p:cNvPr id="25" name="Error metric panel">
            <a:extLst xmlns:a="http://schemas.openxmlformats.org/drawingml/2006/main">
              <a:ext uri="{FF2B5EF4-FFF2-40B4-BE49-F238E27FC236}">
                <a16:creationId xmlns:a16="http://schemas.microsoft.com/office/drawing/2014/main" id="{6A882AF6-5DB9-44FD-9D98-3778A7B9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70770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C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9913C-7A7B-4CB2-B6A6-D3950F12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5335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16A90-06DA-4A8D-ABEE-BF31313F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819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AA6E8-B9D6-407E-8A6E-B3F5DE03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741045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807C8-0C3F-4C3E-9176-823B7A1E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210425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700 / 1,978 parts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C7ED2-23D5-4CA5-ABB5-4D1CBC79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80097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847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35.39%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05D97-38AF-40DE-A861-34C7013F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839075"/>
            <a:ext cx="3905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incorrect Result entries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0F4EAE-E4CA-4B71-809D-C2D8219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258175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2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7284"/>
                </a:solidFill>
                <a:latin typeface="Arial"/>
                <a:ea typeface="Arial"/>
                <a:cs typeface="Arial"/>
              </a:rPr>
              <a:t>Based on HT9046 / HT9046MX Excel log review</a:t>
            </a:r>
          </a:p>
        </p:txBody>
      </p:sp>
      <p:sp>
        <p:nvSpPr>
          <p:cNvPr id="33" name="Excel format panel">
            <a:extLst xmlns:a="http://schemas.openxmlformats.org/drawingml/2006/main">
              <a:ext uri="{FF2B5EF4-FFF2-40B4-BE49-F238E27FC236}">
                <a16:creationId xmlns:a16="http://schemas.microsoft.com/office/drawing/2014/main" id="{083E5AD6-56C7-4C1C-BE44-BAF0F6E9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7591425" cy="3476625"/>
          </a:xfrm>
          <a:prstGeom xmlns:a="http://schemas.openxmlformats.org/drawingml/2006/main" prst="roundRect">
            <a:avLst>
              <a:gd name="adj" fmla="val 6027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FB3BFD-8310-4A4D-B840-4B5263F5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08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2BD1D3-56B4-4BB0-8AFA-FD825F2F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A54A64-03D6-4B7D-8176-82C295D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24100"/>
            <a:ext cx="376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Unstandardized Excel Format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E74D92-91E4-47BF-A99B-1FDF089D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2390775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A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39DB6C-02C8-4E19-85FC-722D7FF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4384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Missing Column Headers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20631A-AFFB-431E-97CD-6B77ED8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701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B30832-A339-485B-9957-673CC0B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2952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DB8E8F-F4ED-4005-9CBD-49B346AF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95600"/>
            <a:ext cx="295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A2C32C-80F1-46E8-9593-474D8EE9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86075"/>
            <a:ext cx="895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558CC8-68AA-4A1B-B955-07C15703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537586-DB50-4890-BF1B-6EFE3C26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86075"/>
            <a:ext cx="638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A8EC61-38EA-47CC-A254-3EAF66E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72A330-47A3-4A36-9C32-1E8F1283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86075"/>
            <a:ext cx="66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BD8B97-50A8-46FC-9340-B719CC43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956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9FA64B-D75C-4088-BC9D-7C0D8688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886075"/>
            <a:ext cx="1285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BE3122-0B1A-4575-BE89-786ECD38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89560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9FCB72-8735-423B-9930-D22CC2FA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886075"/>
            <a:ext cx="1762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6CE162-2FDA-4A5E-8CE7-38146264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8956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A60789-26DB-4966-B46D-4E0DF8E8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28860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0817CF-58DA-480E-A065-F902FDBA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289560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6124FC-7C3C-4003-B4CB-A57D3852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28860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5715">
            <a:solidFill>
              <a:srgbClr val="D7DD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200713-5FAC-469F-A460-4EF27FDF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289560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D13153-7034-47BF-9C1B-A44D4BB7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43250"/>
            <a:ext cx="295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10BD07-2446-4D75-9841-6356EA61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62300"/>
            <a:ext cx="25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B4C1EC-EDFB-475A-A23C-5C80DA59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583BBC-92B3-4803-A609-280C9017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หมายเลข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2E4C21-86C9-48B4-84D0-86F9F8F5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63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45F0A2-0820-48FF-A56C-5BAC5107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1D1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1D1D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521F81-0ADD-47BD-B430-79B31A84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43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FF70B9-5CBE-4AAB-98BB-AAC012E7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623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51D1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51D1D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B29CCD-2C59-4934-AEDD-2CE778FC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14325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DA1D0F-A6B6-4D29-AE10-29E1D0F2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162300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X3.00-Y3.05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E7A7CD-3DEB-4FE9-9D5B-60465A6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143250"/>
            <a:ext cx="1762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25580E-CBE4-48EB-8E47-EBBD3CFA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16230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AFDA16-C7F8-4F85-9F30-1B609E65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314325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D3E988-DE97-48CE-82E4-FE959924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1623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2E1F28-4594-4179-AAAE-11D16BEB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3143250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49A4B7-EA60-45C8-A670-19F7DBDC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3162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FF0CFD-9EBB-41E9-8D9F-DFD7B390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480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4C19F0-69ED-4EA1-B012-2F70FE76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6710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6B4E3E-85CD-4975-A83D-D54AE5A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9DCBD5-97EA-4E71-BFEF-0A320071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D50FCF-D16A-4ABA-A62F-69174DE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6381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F3FE6F6-C073-4C23-A8C0-E6C9794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67100"/>
            <a:ext cx="600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3.090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B6C64A2-8377-43DB-86C0-A63A25F2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448050"/>
            <a:ext cx="66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BFEDAE-08CE-460C-A855-FF5495E1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46710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3.097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F4D78A-1D0D-4476-B086-82477130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448050"/>
            <a:ext cx="1285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9F39195-179D-497D-B238-F873F4B7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46710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227493-D956-4BED-853C-A87C5DA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448050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43F57E-282C-4B6D-8E0E-8EB82CEE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4671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498D554-D30C-4A0B-8AF7-CC70218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3448050"/>
            <a:ext cx="838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F7195A-DD6B-46CD-ADA1-21B05872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4671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060B5D-9B09-4F29-9E5C-779C5862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3448050"/>
            <a:ext cx="628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3F947E2-23D9-40AD-BC26-A9AE4BF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34671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CBE81CC-987B-450E-A071-07283B0E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24275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D847F62-D42B-4842-AB12-E569A982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9DEB92-5506-4464-8258-12229F95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24275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9541AE3-50BD-4EE0-8BE4-35BD780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433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6A597FD-8364-4A0C-87F6-03DF8A0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24275"/>
            <a:ext cx="6381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F934E7-64B7-4069-83C9-168B2AD9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43325"/>
            <a:ext cx="600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3.076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EC0861-140D-493F-B2C2-9D61D2E4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724275"/>
            <a:ext cx="66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72E7E95-C3CA-4279-8EA7-AA4E0A7B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74332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3.103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99609F-A7A4-453D-9F28-5918DA2E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724275"/>
            <a:ext cx="1285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A8CB0E7-730B-49C5-A326-A861E4B2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743325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179ED15-B1A0-4658-8067-29DAE431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724275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9430F3-8A57-4A7C-9B0C-3DAEAE9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743325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DEFA42-2845-46AC-AC22-0F6835F3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3724275"/>
            <a:ext cx="838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61D4DC5-1AE7-4A2E-8F1B-70DEA982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7433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FD20F5C-81B5-4184-A440-A544C41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3724275"/>
            <a:ext cx="628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2F7B5C7-FD8A-4987-82F7-44E7F00F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37433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414B90-A032-4DFA-8EEB-1086FA9A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005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5E0002-D632-48D4-9862-493CD07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1955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87D3F62-ED2A-4014-8FB0-10894728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1F968A-E3FB-4D81-B294-D1DF53DE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22CC158-CD05-4864-A5E8-AE1D9539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6381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1D0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13B859F-A38D-46E9-BB44-F82C97C9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9550"/>
            <a:ext cx="600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8A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38A26"/>
                </a:solidFill>
                <a:latin typeface="Arial"/>
                <a:ea typeface="Arial"/>
                <a:cs typeface="Arial"/>
              </a:rPr>
              <a:t>3.054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EC42985-16E0-4BC1-91D8-6BC6C0C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00500"/>
            <a:ext cx="66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1D0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E50BE60-0B46-4F2B-B39A-42A3A8D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0195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8A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38A26"/>
                </a:solidFill>
                <a:latin typeface="Arial"/>
                <a:ea typeface="Arial"/>
                <a:cs typeface="Arial"/>
              </a:rPr>
              <a:t>3.068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AE226B9-A370-481C-9225-E5168AAB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000500"/>
            <a:ext cx="1285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5A1DE22-84DA-4B05-861C-D30C89F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01955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1CCB3DE-1BB8-4828-8AEA-97A356F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00500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767A00D-298F-46E9-B10A-BF590AB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01955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D839783-8FE5-43DC-BD79-DA3639D6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4000500"/>
            <a:ext cx="838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2F98924-D5F3-4AC9-8B2B-D9A5C194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40195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78CB45B-00E3-447B-8711-04DE3A16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4000500"/>
            <a:ext cx="628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4D172D5-44F7-4A68-B981-B256C6A6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40195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4BD47FA-553C-4282-9921-A4B50FD7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276725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960A8C1-9307-46C6-BA00-38CDBC49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9577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BD334B3-FF2F-4D27-A24F-9EBDC2C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76725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876D670-ACB6-49F5-B59E-5C5FB91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957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79F668D-6B6C-4778-BC49-42460802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76725"/>
            <a:ext cx="6381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1D0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2620E33-341B-475D-9762-8E5FD62C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95775"/>
            <a:ext cx="600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8A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38A26"/>
                </a:solidFill>
                <a:latin typeface="Arial"/>
                <a:ea typeface="Arial"/>
                <a:cs typeface="Arial"/>
              </a:rPr>
              <a:t>3.063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F7B3D3A-9BB1-4687-A8D2-E451BA40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76725"/>
            <a:ext cx="66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06C12B-4BBF-4AC7-B138-3C6A8F6D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295775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3.088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66579D-2BC3-458F-9A5B-320445F5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276725"/>
            <a:ext cx="1285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6452F09-3AE5-402F-9413-09ED4F0E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295775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77EEA7B-5708-44C8-BFAA-9F440ADD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276725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2F5B7E-01A8-4759-B7C3-7E44C532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295775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0DC060E-8B96-4666-9057-B6DFE0D1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4276725"/>
            <a:ext cx="838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EB34D13-13EB-4647-8879-11EB22D9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429577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D9594AE-CCA0-4BC7-AA20-4D1EE98C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4276725"/>
            <a:ext cx="628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C1E7F9C-CFAC-47BD-B92E-0096D52E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429577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6A56833-F376-44A1-980C-0A15454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529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A54BF16-EDB7-47A2-A969-28A00D91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7200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6A3A74E-DE0F-4294-81AC-7027F160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24F4FEC-2033-4249-884F-7687940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FB6E624-135D-4455-85AA-0001C12C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52950"/>
            <a:ext cx="6381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F51B410-5E99-4B07-AAB5-F836009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2000"/>
            <a:ext cx="600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3.090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7255B36-A8D0-4183-83AF-702228B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552950"/>
            <a:ext cx="66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B8B31FE-6100-4D01-89FF-DE3ED769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57200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3.117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6D24F5E-8C76-4373-8A26-E296216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52950"/>
            <a:ext cx="12858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5AE634B-0023-4BF5-90CE-FE01CC92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57200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C886288-5E50-4A23-8701-ED5B1D6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552950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DAB72C9-332B-4157-AC47-850A792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5720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33D261A-B8F6-4789-88A2-72848BBA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4552950"/>
            <a:ext cx="838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B69623A-CBC0-4249-BEBD-CD6F8FC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4572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F3AD1BA-D5D6-4FD0-ADAC-0810445F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4552950"/>
            <a:ext cx="628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CDD1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0BB0DC7-B439-4940-95B0-5E334F1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45720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4D0E7A3-3E58-4445-AA5F-91C17F0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43250"/>
            <a:ext cx="614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EC1717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2B9010E-0620-45F8-9005-09E645E6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53000"/>
            <a:ext cx="7181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6668">
            <a:solidFill>
              <a:srgbClr val="D7DDE2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77C262D-889A-4E0D-AB5E-B43268A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69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7C"/>
                </a:solidFill>
                <a:latin typeface="Arial"/>
                <a:ea typeface="Arial"/>
                <a:cs typeface="Arial"/>
              </a:rPr>
              <a:t>‹   ›   ···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46B047C-0B2B-46A2-B971-551ECF3D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72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ALPL Dual AE04 3.5x3.75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D72120C-C26C-4320-8B13-764D9F8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72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ALPL HT 6X6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94AAB43-870E-42ED-9F49-7E045D74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9720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HT 6X6 DEMPLE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C1EA538-9E62-4F96-B920-23672A0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4972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ALPL HT DUAL 3.5X3.75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2CB5AFB-9B28-4826-BE63-11E935E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53000"/>
            <a:ext cx="718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C1717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A0B60BA-E29B-49B9-A7DF-4B91E517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362575"/>
            <a:ext cx="4229100" cy="352425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A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51EF325-D810-4B9A-9B29-A29DE57F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4102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13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Inconsistent Sheet Naming (No Standardized Format)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F566D0E-DF10-4008-85A7-0B1A6D73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3754100" y="27717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0000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DA9D7EF-669F-47E3-B5F8-18824DDC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696950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EF41032-BC19-425D-BDD1-4810687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877550" y="528637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0000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6730D71-F068-42AD-B4D1-53572341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877550" y="55530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0000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71CE92C-B4FF-42F9-A0D6-7D1B3320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039475" y="5495925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167" name="Result entries panel">
            <a:extLst xmlns:a="http://schemas.openxmlformats.org/drawingml/2006/main">
              <a:ext uri="{FF2B5EF4-FFF2-40B4-BE49-F238E27FC236}">
                <a16:creationId xmlns:a16="http://schemas.microsoft.com/office/drawing/2014/main" id="{B13759AA-B885-45FE-803A-95F347E2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38825"/>
            <a:ext cx="7591425" cy="2714625"/>
          </a:xfrm>
          <a:prstGeom xmlns:a="http://schemas.openxmlformats.org/drawingml/2006/main" prst="roundRect">
            <a:avLst>
              <a:gd name="adj" fmla="val 807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BF90318-68E3-4CF8-A385-4118DF7D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85787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08D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D6A3747-5EB2-4C9F-B042-D30C54BB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886450"/>
            <a:ext cx="485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2D7761B-9898-4F31-BFC0-6659F373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88645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Inconsistent Result Entries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3F97640-A0AD-4931-A2CA-1B5FA1A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19283A2-0A1F-442F-961D-F24B25A8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643890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4.050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245B76C-F789-4F4E-A6D0-611230D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42937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34CFFD3-2C53-4934-9277-7A3351B6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4.036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CF27DC3-A5BA-4D62-9710-F6FB2B7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29375"/>
            <a:ext cx="1876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18F3160-D163-4034-8ADC-D6087DB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643890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CA01BD7-9BCE-4776-899B-52A5E0F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75322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245564E-F875-4F01-B222-87A8B44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676275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4.049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D20833B-89E6-4DC5-BBCB-301A3975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75322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20B71BE-B571-4E32-8FF6-35DADE94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6275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4.056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FD3905B-49DF-45D6-BF9D-B427C3E1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753225"/>
            <a:ext cx="1876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04D9DBB-3D75-432C-BD7E-2CFEBC9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676275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B4FF4DF-1DDB-4699-89AA-4B375875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07707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DEBDE2A-4D06-48B6-8515-0D04DE53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708660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4.044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448CB6F-BFCF-4EE0-B01E-D4261C74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707707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234C273-B35F-4DF8-97F3-B3305E64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08660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4.049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8574BE1-5C87-4C63-A07E-015A53A4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077075"/>
            <a:ext cx="1876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76459B5-98C8-4980-9A0A-036BB5A8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08660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3D66D16-6F5D-4CBE-A8CA-B52C256F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40092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0965D03-5389-42F5-8B19-63F1B8E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741045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4.133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2B316A8-C76E-495F-AAF3-F543A8ED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740092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5921F77-6A8A-47AB-B58C-7ABD713C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41045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4.160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3612A75-9029-4D67-B287-6080FCF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400925"/>
            <a:ext cx="1876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E98C29F-2E70-4524-8986-945ED742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41045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2FA3CBF-C42F-4316-ACDD-FD1997B3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72477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42C6BA0-E65F-4FF9-BADB-1B11C1DF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773430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4.152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CC8233F-26FA-4BFE-BA8B-BD5DC126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772477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42979AC-DEE7-4A0D-A96E-C533C08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73430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4.167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AB16905-0F91-47A9-9A60-052B1580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724775"/>
            <a:ext cx="1876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015E5F6-3507-4809-BBF4-F434B23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73430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34B8BBC-F17C-41E7-A9F1-1DDF95EF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04862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7714869-278E-4FA7-94DA-ECB1E585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805815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4.057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10F29D1-3130-4D9F-9CF7-0B8F7185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8048625"/>
            <a:ext cx="1114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CE5A173-4E4B-4D85-B4E5-DB9814FA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058150"/>
            <a:ext cx="105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4.060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BE1174F-1997-4ECD-AC71-D3CA130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8048625"/>
            <a:ext cx="1876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252B2F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4B77A49-0433-4BB1-9078-38C5DDF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8058150"/>
            <a:ext cx="181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7E71AEA-89A7-4747-B17D-4791ECB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753225"/>
            <a:ext cx="410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101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DBBFA14-89F5-40D2-AFC5-1CF25E3F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048625"/>
            <a:ext cx="410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101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CB86D27-0F92-4CB6-A784-1C2A8EE5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438900"/>
            <a:ext cx="2238375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AD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EE72B81-E9A8-4AED-9ED7-1A14374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65151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Result recorded as FAIL</a:t>
            </a:r>
          </a:p>
          <a:p xmlns:a="http://schemas.openxmlformats.org/drawingml/2006/main">
            <a:pPr algn="l">
              <a:defRPr sz="1425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even though the value</a:t>
            </a:r>
          </a:p>
          <a:p xmlns:a="http://schemas.openxmlformats.org/drawingml/2006/main">
            <a:pPr algn="l">
              <a:defRPr sz="1425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is within range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94D3C7C-897A-40B3-9CE2-A70B4F39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610475"/>
            <a:ext cx="2238375" cy="771525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AD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1FC4204-BB23-44E4-B7B7-9D913D77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6866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Result recorded as FAIL</a:t>
            </a:r>
          </a:p>
          <a:p xmlns:a="http://schemas.openxmlformats.org/drawingml/2006/main">
            <a:pPr algn="l">
              <a:defRPr sz="1425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even though the value</a:t>
            </a:r>
          </a:p>
          <a:p xmlns:a="http://schemas.openxmlformats.org/drawingml/2006/main">
            <a:pPr algn="l">
              <a:defRPr sz="1425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is within range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90EF811-E452-4A2C-BF2E-73DBE23D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573000" y="6791325"/>
            <a:ext cx="44767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0000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845F906-8FB9-4DE5-BFE6-2C72492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496800" y="6848475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E1F3A17-57A3-4B03-B84C-6F19C55D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573000" y="7972425"/>
            <a:ext cx="44767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0000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4FE5E1A2-8B96-4D37-B767-23CFE5A3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496800" y="80772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958EFB7-A4DC-43D4-9136-8DC82BF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43950"/>
            <a:ext cx="1590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4A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9857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2026-09-28T17:00:07.6830000Z</dcterms:created>
  <dcterms:modified xsi:type="dcterms:W3CDTF">2026-09-28T17:00:07.6830000Z</dcterms:modified>
</coreProperties>
</file>