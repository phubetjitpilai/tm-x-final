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97237603ff47e1" /><Relationship Type="http://schemas.openxmlformats.org/officeDocument/2006/relationships/extended-properties" Target="/docProps/app.xml" Id="R1a8cd7c2626b4098" /><Relationship Type="http://schemas.openxmlformats.org/officeDocument/2006/relationships/officeDocument" Target="/ppt/presentation.xml" Id="R386650a7629c40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4d88492c974fd4"/>
  </p:sldMasterIdLst>
  <p:notesMasterIdLst>
    <p:notesMasterId xmlns:r="http://schemas.openxmlformats.org/officeDocument/2006/relationships" r:id="R13d14083c15e48e3"/>
  </p:notesMasterIdLst>
  <p:sldIdLst>
    <p:sldId xmlns:r="http://schemas.openxmlformats.org/officeDocument/2006/relationships" id="256" r:id="R72b6f18f354141f6"/>
    <p:sldId xmlns:r="http://schemas.openxmlformats.org/officeDocument/2006/relationships" id="257" r:id="R012fe45ada554e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d42e4519d84f99" /><Relationship Type="http://schemas.openxmlformats.org/officeDocument/2006/relationships/slideMaster" Target="/ppt/slideMasters/slideMaster1.xml" Id="R2d4d88492c974fd4" /><Relationship Type="http://schemas.openxmlformats.org/officeDocument/2006/relationships/notesMaster" Target="/ppt/notesMasters/notesMaster1.xml" Id="R13d14083c15e48e3" /><Relationship Type="http://schemas.openxmlformats.org/officeDocument/2006/relationships/presProps" Target="/ppt/presProps.xml" Id="R865e1c029177474b" /><Relationship Type="http://schemas.openxmlformats.org/officeDocument/2006/relationships/tableStyles" Target="/ppt/tableStyles.xml" Id="R4c3a8ed609374ba2" /><Relationship Type="http://schemas.openxmlformats.org/officeDocument/2006/relationships/slide" Target="/ppt/slides/slide1.xml" Id="R72b6f18f354141f6" /><Relationship Type="http://schemas.openxmlformats.org/officeDocument/2006/relationships/slide" Target="/ppt/slides/slide2.xml" Id="R012fe45ada554e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83ce3ec3204c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ecd06ba944e46" /><Relationship Type="http://schemas.openxmlformats.org/officeDocument/2006/relationships/notesMaster" Target="/ppt/notesMasters/notesMaster1.xml" Id="R70f4c6688ed342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cacb839ee4478" /><Relationship Type="http://schemas.openxmlformats.org/officeDocument/2006/relationships/notesMaster" Target="/ppt/notesMasters/notesMaster1.xml" Id="R4151fdd9a8a84e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source slides 33–35. The 30-day recovery and locked measured values are stated on source slide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source slides 36–42. Source 36: validation and decision on track; other core service functions completed. Source 37–38: data receiver and image access completed. Source 39: judging and sending to sorter on track; other edge controls completed. Source 40–41: dashboards on track. Database schema on source 42 intentionally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275bfba914c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b485e5100f47e1" /><Relationship Type="http://schemas.openxmlformats.org/officeDocument/2006/relationships/slideLayout" Target="/ppt/slideLayouts/slideLayout1.xml" Id="Reb5fad9a103d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5fad9a103d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da3715ec4f83" /><Relationship Type="http://schemas.openxmlformats.org/officeDocument/2006/relationships/image" Target="/ppt/media/image.png" Id="Re93c214ee7074342" /><Relationship Type="http://schemas.openxmlformats.org/officeDocument/2006/relationships/notesSlide" Target="/ppt/notesSlides/notesSlide1.xml" Id="Rca2e9ac0a2c542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1ae581bb34efb" /><Relationship Type="http://schemas.openxmlformats.org/officeDocument/2006/relationships/image" Target="/ppt/media/image2.png" Id="Rb59141205bda4ba0" /><Relationship Type="http://schemas.openxmlformats.org/officeDocument/2006/relationships/notesSlide" Target="/ppt/notesSlides/notesSlide2.xml" Id="R736ad4429ccd4f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ECE58-E70E-422B-ABC1-76DD0B51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7946D-E023-4DE6-9811-D78F0DA7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728D9-4C5B-4425-9CB4-A4689F3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667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Operator Workflow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c214ee7074342"/>
          <a:stretch xmlns:a="http://schemas.openxmlformats.org/drawingml/2006/main"/>
        </p:blipFill>
        <p:spPr>
          <a:xfrm xmlns:a="http://schemas.openxmlformats.org/drawingml/2006/main">
            <a:off x="10172700" y="352425"/>
            <a:ext cx="1809750" cy="504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47D70-E4A2-48E0-B715-34B2D435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CECF6-733F-442A-910F-ED86F394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239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One workflow from setup to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41C4-0810-4112-A540-025328CA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C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C6C"/>
                </a:solidFill>
                <a:latin typeface="Arial"/>
                <a:ea typeface="Arial"/>
                <a:cs typeface="Arial"/>
              </a:rPr>
              <a:t>Operators use one place to prepare, monitor, and retrieve ALPL measurements.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91AC0-A8F5-445F-96F1-3E0D271A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3337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FBE8DC"/>
          </a:solidFill>
          <a:ln xmlns:a="http://schemas.openxmlformats.org/drawingml/2006/main" w="9525">
            <a:solidFill>
              <a:srgbClr val="C5D0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73188-7ADF-4C05-BBAC-7890B804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333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8CDD1-94C2-44A1-BC22-6C50C6AC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574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CB237-C0B9-4EA0-A689-B05C473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C2478-6869-4376-8905-4CB9FA8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Select the ALPL and specifications.</a:t>
            </a:r>
          </a:p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Build the part queue before the run.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9E891-C09F-46C3-BAB7-DB7876BC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9525">
            <a:solidFill>
              <a:srgbClr val="C5D0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BBAFB-2BE1-42E2-949D-684C7DD3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2ED63-2DA9-429C-9413-54F9979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574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CFE95-8ABD-41D6-BC64-BEBF30AC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50ED5-2FA4-4FAE-8372-20B97545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86075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See each value, pass/fail result, camera image, and queue progress live.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8903F-270B-4737-BBED-0E91F554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3337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9525">
            <a:solidFill>
              <a:srgbClr val="C5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7E523-1F14-4AA9-BBC6-DD2B8AAD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333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C0EAC-9876-491F-9601-8461225A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574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8280E-4D06-410F-ABF1-82A6F01F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&amp; share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47A83-8E70-49AA-BB7E-0CE7FEEA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Search records by ALPL or date. Export filtered results to Excel, PDF, or CSV.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EF8ED-45C8-4859-8A98-7CBC73F1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6EB94-480D-42EB-8732-C3485BB2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Saved automatically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32952-4A90-4465-A29E-6D91A09F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Every measurement and its image are kept together, without a handwritten result 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4CBBD-8773-4437-AEDB-F840C948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0577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Changes remain traceable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A7877-1E32-41DC-837B-54A6D314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292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Corrections are logged. Measured values stay locked, and deleted records can be recovered for 30 days.</a:t>
            </a:r>
          </a:p>
        </p:txBody>
      </p:sp>
    </p:spTree>
    <p:extLst>
      <p:ext uri="{BB962C8B-B14F-4D97-AF65-F5344CB8AC3E}">
        <p14:creationId xmlns:p14="http://schemas.microsoft.com/office/powerpoint/2010/main" val="892911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54E47-7538-4BCC-9AA6-FD2D9A0B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18A78-3678-4CAA-BAD3-63FB8407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6D38A-30BD-4ADC-BA00-B00E0E6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667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Status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141205bda4ba0"/>
          <a:stretch xmlns:a="http://schemas.openxmlformats.org/drawingml/2006/main"/>
        </p:blipFill>
        <p:spPr>
          <a:xfrm xmlns:a="http://schemas.openxmlformats.org/drawingml/2006/main">
            <a:off x="10172700" y="352425"/>
            <a:ext cx="1809750" cy="504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B7D53-CCDD-43EA-82C9-38A90A0F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D9021-FDAC-4959-AB46-9FCF2397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239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What is ready and what is still being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A60CB-5341-4F6F-88D7-6F59FB38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C6C"/>
                </a:solidFill>
                <a:latin typeface="Arial"/>
                <a:ea typeface="Arial"/>
                <a:cs typeface="Arial"/>
              </a:rPr>
              <a:t>Status follows the original presentation. Technical modules and database design are omitted.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761EF-1F45-44D2-B9FB-B81E9D01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33625"/>
            <a:ext cx="10839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A9E4B-F0BA-4E7A-99E2-471682FA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33625"/>
            <a:ext cx="133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EF518-133F-41B0-AADA-8C66A16B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Measurement records &amp; traceability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65151-5EF3-43D0-911D-54C03A9A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804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1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Readings and images are linked, invalid results are excluded, and records can be searched, exported, and audited.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A4ACF-D30C-4689-902D-5EE27C8D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03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9C918-08E6-4F66-A6A1-3F6916A2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AE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AE3E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19B9A-CA83-4E08-BB2E-E78710FD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10839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B748A-898A-4E17-944B-827975F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133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FEB91-9107-40D7-8526-1D072C91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Automatic pass/fail &amp; sorting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558E5-131F-4FCA-9172-E272391E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804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1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The system is being finalized to confirm each result and direct the sorter to the correct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FAD79-2D43-4944-BE84-5932DE6B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95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992A1-F152-4076-9439-8649051F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9A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9A00"/>
                </a:solidFill>
                <a:latin typeface="Arial"/>
                <a:ea typeface="Arial"/>
                <a:cs typeface="Arial"/>
              </a:rPr>
              <a:t>On 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B8DB1-6C03-4492-9118-E6B92797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72025"/>
            <a:ext cx="10839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038BA-F729-40B8-B186-114BCE93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72025"/>
            <a:ext cx="133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39157-129B-4A26-BF98-4BA16D12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Management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D0859-41C0-4C8E-BDBE-2688929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5425"/>
            <a:ext cx="804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Filtered records, Good/Fail summaries, and yield trends are being prepared for reporting.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8F947-6E14-4765-961D-3F72795A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387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B31DA-BE66-4B46-AFBB-DFD6514A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0540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9A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9A00"/>
                </a:solidFill>
                <a:latin typeface="Arial"/>
                <a:ea typeface="Arial"/>
                <a:cs typeface="Arial"/>
              </a:rPr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223864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2026-09-28T17:28:09.6210000Z</dcterms:created>
  <dcterms:modified xsi:type="dcterms:W3CDTF">2026-09-28T17:28:09.6220000Z</dcterms:modified>
</coreProperties>
</file>