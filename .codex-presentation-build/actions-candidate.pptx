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2eb431893147e3" /><Relationship Type="http://schemas.openxmlformats.org/officeDocument/2006/relationships/extended-properties" Target="/docProps/app.xml" Id="R659f6252b47e407d" /><Relationship Type="http://schemas.openxmlformats.org/officeDocument/2006/relationships/officeDocument" Target="/ppt/presentation.xml" Id="R130be156502c4c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dfbabaa86f4a8c"/>
  </p:sldMasterIdLst>
  <p:notesMasterIdLst>
    <p:notesMasterId xmlns:r="http://schemas.openxmlformats.org/officeDocument/2006/relationships" r:id="R1857ab49986847b6"/>
  </p:notesMasterIdLst>
  <p:sldIdLst>
    <p:sldId xmlns:r="http://schemas.openxmlformats.org/officeDocument/2006/relationships" id="256" r:id="Rddb8c9d61d814349"/>
    <p:sldId xmlns:r="http://schemas.openxmlformats.org/officeDocument/2006/relationships" id="257" r:id="R7614cf33832645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c423731ee24303" /><Relationship Type="http://schemas.openxmlformats.org/officeDocument/2006/relationships/slideMaster" Target="/ppt/slideMasters/slideMaster1.xml" Id="R72dfbabaa86f4a8c" /><Relationship Type="http://schemas.openxmlformats.org/officeDocument/2006/relationships/notesMaster" Target="/ppt/notesMasters/notesMaster1.xml" Id="R1857ab49986847b6" /><Relationship Type="http://schemas.openxmlformats.org/officeDocument/2006/relationships/presProps" Target="/ppt/presProps.xml" Id="Rfc09c441d74a4ba6" /><Relationship Type="http://schemas.openxmlformats.org/officeDocument/2006/relationships/tableStyles" Target="/ppt/tableStyles.xml" Id="Rc2e712bc1bce4a87" /><Relationship Type="http://schemas.openxmlformats.org/officeDocument/2006/relationships/slide" Target="/ppt/slides/slide1.xml" Id="Rddb8c9d61d814349" /><Relationship Type="http://schemas.openxmlformats.org/officeDocument/2006/relationships/slide" Target="/ppt/slides/slide2.xml" Id="R7614cf33832645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d5beb295ab43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52e5c58490499a" /><Relationship Type="http://schemas.openxmlformats.org/officeDocument/2006/relationships/notesMaster" Target="/ppt/notesMasters/notesMaster1.xml" Id="Rddbf6cf2430d4e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ac91798a18463f" /><Relationship Type="http://schemas.openxmlformats.org/officeDocument/2006/relationships/notesMaster" Target="/ppt/notesMasters/notesMaster1.xml" Id="R6c918e4f013040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Action: operator enters part information on the web; TM-X supplies values and image; the system stores each result immediately.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Power BI is refreshed daily, so the dashboard is a daily summary rather than a live measurement feed. The source deck describes Good/Fail counts by package size and part number and a yield trend.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2f400f5b0141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1f5331f47a41a0" /><Relationship Type="http://schemas.openxmlformats.org/officeDocument/2006/relationships/slideLayout" Target="/ppt/slideLayouts/slideLayout1.xml" Id="R0d7e235fa1a046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7e235fa1a046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80c43b11f848cb" /><Relationship Type="http://schemas.openxmlformats.org/officeDocument/2006/relationships/image" Target="/ppt/media/image.png" Id="R4230abb7d86b4303" /><Relationship Type="http://schemas.openxmlformats.org/officeDocument/2006/relationships/notesSlide" Target="/ppt/notesSlides/notesSlide1.xml" Id="Rb4dffd9f120c4a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b6ba81b174424f" /><Relationship Type="http://schemas.openxmlformats.org/officeDocument/2006/relationships/image" Target="/ppt/media/image2.png" Id="Rd74a82da5d7647ee" /><Relationship Type="http://schemas.openxmlformats.org/officeDocument/2006/relationships/notesSlide" Target="/ppt/notesSlides/notesSlide2.xml" Id="Rf27fde08fad4408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DEBB2F-774F-464B-9467-B4C25056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"/>
            <a:ext cx="152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Actions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458E42-888E-4FD6-9203-4C3EDA7B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09600"/>
            <a:ext cx="7239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D7538B-F9D9-4B09-97DC-131FCC99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47700"/>
            <a:ext cx="690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81818"/>
                </a:solidFill>
                <a:latin typeface="Aptos"/>
                <a:ea typeface="Aptos"/>
                <a:cs typeface="Aptos"/>
              </a:rPr>
              <a:t>Automate Data Capture and Storage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30abb7d86b4303"/>
          <a:stretch xmlns:a="http://schemas.openxmlformats.org/drawingml/2006/main"/>
        </p:blipFill>
        <p:spPr>
          <a:xfrm xmlns:a="http://schemas.openxmlformats.org/drawingml/2006/main">
            <a:off x="10191750" y="411229"/>
            <a:ext cx="1695450" cy="47294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819BF5-9055-40EC-A091-72598117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7975"/>
            <a:ext cx="121920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6A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CC0161-2EE5-489A-B105-DA4F7829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A4E027-ED14-450F-8289-7C3C262F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Enter part details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6AF9FF-E1F1-46D6-89BE-B5F684C8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The operator enters ALPL and part information in the web app.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A876F0-C895-4E73-A39F-6C2040DE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9516DD-551B-427D-A488-FDA6009F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Measure with TM-X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493A3A-46AA-4BC9-B4FC-3B37FBDF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86150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TM-X sends the measurement values and part image.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3A4C5A-B56D-4066-BA42-8C7A29C6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B1F0F7-1A12-4A80-B7B9-1180CBE1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Save immediately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13EF20-D36B-4DA8-BEEA-05ECFAF8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86150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The system stores the result with the correct part record.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B8921D-6418-4F52-B95A-048DA2E0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47900"/>
            <a:ext cx="14288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9E08E2-1F2D-4F87-8C57-172F2AB9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47900"/>
            <a:ext cx="14288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5938EE-010D-47AC-9932-32894E4C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D17D66-71CC-4045-B733-19E70930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388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Each measured part has a complete record.</a:t>
            </a:r>
          </a:p>
        </p:txBody>
      </p:sp>
    </p:spTree>
    <p:extLst>
      <p:ext uri="{BB962C8B-B14F-4D97-AF65-F5344CB8AC3E}">
        <p14:creationId xmlns:p14="http://schemas.microsoft.com/office/powerpoint/2010/main" val="20866682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57EAAB-2119-4D1D-AB32-11AF85E8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"/>
            <a:ext cx="152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Actions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CA6D71-BA33-42CC-9D0C-5CE67AC5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09600"/>
            <a:ext cx="7239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699EA1-A96D-4612-9EE7-B8CC58A9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47700"/>
            <a:ext cx="690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81818"/>
                </a:solidFill>
                <a:latin typeface="Aptos"/>
                <a:ea typeface="Aptos"/>
                <a:cs typeface="Aptos"/>
              </a:rPr>
              <a:t>Standardize and Centralize Data Access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4a82da5d7647ee"/>
          <a:stretch xmlns:a="http://schemas.openxmlformats.org/drawingml/2006/main"/>
        </p:blipFill>
        <p:spPr>
          <a:xfrm xmlns:a="http://schemas.openxmlformats.org/drawingml/2006/main">
            <a:off x="10191750" y="411229"/>
            <a:ext cx="1695450" cy="47294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39D9D5-E985-44D4-B81E-0D357B92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7975"/>
            <a:ext cx="121920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6A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32F443-75E5-47F9-A487-9D51EBEC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76141F-6555-465A-B135-9B7EB2B2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Connect the records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4F05B6-D645-4F62-87F4-FFF2DBE3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Part details and measurements stay linked in one relational database.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64F004-4519-453A-BCEE-A972FE51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0676E6-148F-4227-9149-CBE5E9A0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Update Power BI daily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C836A0-0A8F-4D0F-9BD2-97F61B6C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86150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The quality summary refreshes from the database each day.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9D1FDC-BC86-472A-81CD-D27EE963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C903C4-7734-4C66-963D-75F45A55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See the quality picture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628C3F-B328-4799-9D35-2370648B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86150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Teams see Good/Fail counts by part and package size, plus yield trends.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A16385-D5DF-4F36-B6E9-06686324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47900"/>
            <a:ext cx="14288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033E9B-EE87-4459-B60B-A922B95C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47900"/>
            <a:ext cx="14288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A29DBC-C5AB-478B-9CEC-93884EC4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46D90A-E570-4F38-9227-99500F09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388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One daily view of results for production and quality teams.</a:t>
            </a:r>
          </a:p>
        </p:txBody>
      </p:sp>
    </p:spTree>
    <p:extLst>
      <p:ext uri="{BB962C8B-B14F-4D97-AF65-F5344CB8AC3E}">
        <p14:creationId xmlns:p14="http://schemas.microsoft.com/office/powerpoint/2010/main" val="21398438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2026-09-28T18:12:39.8990000Z</dcterms:created>
  <dcterms:modified xsi:type="dcterms:W3CDTF">2026-09-28T18:12:39.8990000Z</dcterms:modified>
</coreProperties>
</file>